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8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4" d="100"/>
          <a:sy n="64" d="100"/>
        </p:scale>
        <p:origin x="-1482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72A88-DB68-451F-B7F8-473A5AFE8881}" type="datetimeFigureOut">
              <a:rPr lang="en-US" smtClean="0"/>
              <a:pPr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296B3-ED88-45EB-9947-194238FCBE7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72A88-DB68-451F-B7F8-473A5AFE8881}" type="datetimeFigureOut">
              <a:rPr lang="en-US" smtClean="0"/>
              <a:pPr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296B3-ED88-45EB-9947-194238FCBE7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72A88-DB68-451F-B7F8-473A5AFE8881}" type="datetimeFigureOut">
              <a:rPr lang="en-US" smtClean="0"/>
              <a:pPr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296B3-ED88-45EB-9947-194238FCBE7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72A88-DB68-451F-B7F8-473A5AFE8881}" type="datetimeFigureOut">
              <a:rPr lang="en-US" smtClean="0"/>
              <a:pPr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296B3-ED88-45EB-9947-194238FCBE7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72A88-DB68-451F-B7F8-473A5AFE8881}" type="datetimeFigureOut">
              <a:rPr lang="en-US" smtClean="0"/>
              <a:pPr/>
              <a:t>1/29/2026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296B3-ED88-45EB-9947-194238FCBE7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72A88-DB68-451F-B7F8-473A5AFE8881}" type="datetimeFigureOut">
              <a:rPr lang="en-US" smtClean="0"/>
              <a:pPr/>
              <a:t>1/29/2026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296B3-ED88-45EB-9947-194238FCBE7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72A88-DB68-451F-B7F8-473A5AFE8881}" type="datetimeFigureOut">
              <a:rPr lang="en-US" smtClean="0"/>
              <a:pPr/>
              <a:t>1/29/2026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296B3-ED88-45EB-9947-194238FCBE7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72A88-DB68-451F-B7F8-473A5AFE8881}" type="datetimeFigureOut">
              <a:rPr lang="en-US" smtClean="0"/>
              <a:pPr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296B3-ED88-45EB-9947-194238FCBE7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72A88-DB68-451F-B7F8-473A5AFE8881}" type="datetimeFigureOut">
              <a:rPr lang="en-US" smtClean="0"/>
              <a:pPr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296B3-ED88-45EB-9947-194238FCBE7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72A88-DB68-451F-B7F8-473A5AFE8881}" type="datetimeFigureOut">
              <a:rPr lang="en-US" smtClean="0"/>
              <a:pPr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296B3-ED88-45EB-9947-194238FCBE7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72A88-DB68-451F-B7F8-473A5AFE8881}" type="datetimeFigureOut">
              <a:rPr lang="en-US" smtClean="0"/>
              <a:pPr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296B3-ED88-45EB-9947-194238FCBE7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172A88-DB68-451F-B7F8-473A5AFE8881}" type="datetimeFigureOut">
              <a:rPr lang="en-US" smtClean="0"/>
              <a:pPr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C296B3-ED88-45EB-9947-194238FCBE7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3400" y="381000"/>
            <a:ext cx="8305800" cy="594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2388" y="0"/>
            <a:ext cx="9039225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62000"/>
          </a:xfrm>
        </p:spPr>
        <p:txBody>
          <a:bodyPr/>
          <a:lstStyle/>
          <a:p>
            <a:r>
              <a:rPr lang="en-US" dirty="0" smtClean="0"/>
              <a:t>IRR=10%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838200"/>
            <a:ext cx="9143999" cy="5586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0"/>
            <a:ext cx="8229600" cy="1143000"/>
          </a:xfrm>
        </p:spPr>
        <p:txBody>
          <a:bodyPr/>
          <a:lstStyle/>
          <a:p>
            <a:r>
              <a:rPr lang="en-US" dirty="0" smtClean="0"/>
              <a:t>IRR=14%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914400"/>
            <a:ext cx="9144000" cy="594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" y="990600"/>
            <a:ext cx="9144000" cy="5434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IRR=12%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1066800"/>
            <a:ext cx="8839200" cy="5424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PERT Problem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0544175" cy="8248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0153650" cy="7820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0277475" cy="13858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0687050" cy="1348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896475" cy="13658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0563225" cy="13801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8</Words>
  <Application>Microsoft Office PowerPoint</Application>
  <PresentationFormat>On-screen Show (4:3)</PresentationFormat>
  <Paragraphs>4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Slide 1</vt:lpstr>
      <vt:lpstr>Slide 2</vt:lpstr>
      <vt:lpstr>IRR=10%</vt:lpstr>
      <vt:lpstr>IRR=14%</vt:lpstr>
      <vt:lpstr>IRR=12%</vt:lpstr>
      <vt:lpstr>PERT Problem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</dc:creator>
  <cp:lastModifiedBy>admin</cp:lastModifiedBy>
  <cp:revision>5</cp:revision>
  <dcterms:created xsi:type="dcterms:W3CDTF">2026-01-08T04:57:10Z</dcterms:created>
  <dcterms:modified xsi:type="dcterms:W3CDTF">2026-01-29T05:40:10Z</dcterms:modified>
</cp:coreProperties>
</file>