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5" r:id="rId1"/>
  </p:sldMasterIdLst>
  <p:notesMasterIdLst>
    <p:notesMasterId r:id="rId20"/>
  </p:notesMasterIdLst>
  <p:handoutMasterIdLst>
    <p:handoutMasterId r:id="rId21"/>
  </p:handoutMasterIdLst>
  <p:sldIdLst>
    <p:sldId id="835" r:id="rId2"/>
    <p:sldId id="894" r:id="rId3"/>
    <p:sldId id="1094" r:id="rId4"/>
    <p:sldId id="1101" r:id="rId5"/>
    <p:sldId id="1111" r:id="rId6"/>
    <p:sldId id="895" r:id="rId7"/>
    <p:sldId id="1093" r:id="rId8"/>
    <p:sldId id="1095" r:id="rId9"/>
    <p:sldId id="1096" r:id="rId10"/>
    <p:sldId id="1097" r:id="rId11"/>
    <p:sldId id="899" r:id="rId12"/>
    <p:sldId id="1102" r:id="rId13"/>
    <p:sldId id="1103" r:id="rId14"/>
    <p:sldId id="1104" r:id="rId15"/>
    <p:sldId id="1105" r:id="rId16"/>
    <p:sldId id="1112" r:id="rId17"/>
    <p:sldId id="1113" r:id="rId18"/>
    <p:sldId id="834" r:id="rId19"/>
  </p:sldIdLst>
  <p:sldSz cx="10691813" cy="7561263"/>
  <p:notesSz cx="7315200" cy="9601200"/>
  <p:defaultTextStyle>
    <a:defPPr>
      <a:defRPr lang="en-US"/>
    </a:defPPr>
    <a:lvl1pPr marL="0" algn="l" defTabSz="104296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1482" algn="l" defTabSz="104296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42965" algn="l" defTabSz="104296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64447" algn="l" defTabSz="104296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085929" algn="l" defTabSz="104296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07412" algn="l" defTabSz="104296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28894" algn="l" defTabSz="104296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50376" algn="l" defTabSz="104296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171859" algn="l" defTabSz="104296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382">
          <p15:clr>
            <a:srgbClr val="A4A3A4"/>
          </p15:clr>
        </p15:guide>
        <p15:guide id="4" pos="33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0096B0"/>
    <a:srgbClr val="00A3C4"/>
    <a:srgbClr val="2C1677"/>
    <a:srgbClr val="83C3D2"/>
    <a:srgbClr val="00A4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 autoAdjust="0"/>
    <p:restoredTop sz="92173" autoAdjust="0"/>
  </p:normalViewPr>
  <p:slideViewPr>
    <p:cSldViewPr>
      <p:cViewPr varScale="1">
        <p:scale>
          <a:sx n="69" d="100"/>
          <a:sy n="69" d="100"/>
        </p:scale>
        <p:origin x="1973" y="48"/>
      </p:cViewPr>
      <p:guideLst>
        <p:guide orient="horz" pos="2160"/>
        <p:guide pos="2880"/>
        <p:guide orient="horz" pos="2382"/>
        <p:guide pos="3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2298"/>
    </p:cViewPr>
  </p:sorterViewPr>
  <p:notesViewPr>
    <p:cSldViewPr>
      <p:cViewPr varScale="1">
        <p:scale>
          <a:sx n="54" d="100"/>
          <a:sy n="54" d="100"/>
        </p:scale>
        <p:origin x="2784" y="48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ikandan G" userId="b99a787bb7f76f0b" providerId="LiveId" clId="{DD5C5B0A-FB44-4FC4-8B55-EBD0733E37E6}"/>
    <pc:docChg chg="undo redo custSel addSld delSld modSld sldOrd">
      <pc:chgData name="Manikandan G" userId="b99a787bb7f76f0b" providerId="LiveId" clId="{DD5C5B0A-FB44-4FC4-8B55-EBD0733E37E6}" dt="2022-04-25T07:15:35.924" v="1474" actId="14100"/>
      <pc:docMkLst>
        <pc:docMk/>
      </pc:docMkLst>
      <pc:sldChg chg="modSp mod">
        <pc:chgData name="Manikandan G" userId="b99a787bb7f76f0b" providerId="LiveId" clId="{DD5C5B0A-FB44-4FC4-8B55-EBD0733E37E6}" dt="2022-04-24T16:36:27.291" v="220" actId="1076"/>
        <pc:sldMkLst>
          <pc:docMk/>
          <pc:sldMk cId="1097114250" sldId="894"/>
        </pc:sldMkLst>
        <pc:spChg chg="mod">
          <ac:chgData name="Manikandan G" userId="b99a787bb7f76f0b" providerId="LiveId" clId="{DD5C5B0A-FB44-4FC4-8B55-EBD0733E37E6}" dt="2022-04-24T16:36:27.291" v="220" actId="1076"/>
          <ac:spMkLst>
            <pc:docMk/>
            <pc:sldMk cId="1097114250" sldId="894"/>
            <ac:spMk id="2" creationId="{E4BB696B-35BF-FA4C-B22B-30DB2C9CECFD}"/>
          </ac:spMkLst>
        </pc:spChg>
      </pc:sldChg>
      <pc:sldChg chg="addSp delSp modSp mod">
        <pc:chgData name="Manikandan G" userId="b99a787bb7f76f0b" providerId="LiveId" clId="{DD5C5B0A-FB44-4FC4-8B55-EBD0733E37E6}" dt="2022-04-24T16:12:39.973" v="7" actId="14100"/>
        <pc:sldMkLst>
          <pc:docMk/>
          <pc:sldMk cId="3509090267" sldId="895"/>
        </pc:sldMkLst>
        <pc:spChg chg="del mod">
          <ac:chgData name="Manikandan G" userId="b99a787bb7f76f0b" providerId="LiveId" clId="{DD5C5B0A-FB44-4FC4-8B55-EBD0733E37E6}" dt="2022-04-24T16:12:23.857" v="2" actId="478"/>
          <ac:spMkLst>
            <pc:docMk/>
            <pc:sldMk cId="3509090267" sldId="895"/>
            <ac:spMk id="2" creationId="{E4BB696B-35BF-FA4C-B22B-30DB2C9CECFD}"/>
          </ac:spMkLst>
        </pc:spChg>
        <pc:spChg chg="add del mod">
          <ac:chgData name="Manikandan G" userId="b99a787bb7f76f0b" providerId="LiveId" clId="{DD5C5B0A-FB44-4FC4-8B55-EBD0733E37E6}" dt="2022-04-24T16:12:27.330" v="3" actId="478"/>
          <ac:spMkLst>
            <pc:docMk/>
            <pc:sldMk cId="3509090267" sldId="895"/>
            <ac:spMk id="3" creationId="{F43A2341-26AF-4F86-A390-ACC3A2184B7E}"/>
          </ac:spMkLst>
        </pc:spChg>
        <pc:picChg chg="mod">
          <ac:chgData name="Manikandan G" userId="b99a787bb7f76f0b" providerId="LiveId" clId="{DD5C5B0A-FB44-4FC4-8B55-EBD0733E37E6}" dt="2022-04-24T16:12:39.973" v="7" actId="14100"/>
          <ac:picMkLst>
            <pc:docMk/>
            <pc:sldMk cId="3509090267" sldId="895"/>
            <ac:picMk id="7" creationId="{52774EC9-BF4C-0E4F-A2FC-97DF53FB1058}"/>
          </ac:picMkLst>
        </pc:picChg>
      </pc:sldChg>
      <pc:sldChg chg="del">
        <pc:chgData name="Manikandan G" userId="b99a787bb7f76f0b" providerId="LiveId" clId="{DD5C5B0A-FB44-4FC4-8B55-EBD0733E37E6}" dt="2022-04-24T16:47:02.059" v="428" actId="47"/>
        <pc:sldMkLst>
          <pc:docMk/>
          <pc:sldMk cId="1646428935" sldId="896"/>
        </pc:sldMkLst>
      </pc:sldChg>
      <pc:sldChg chg="modSp add del mod">
        <pc:chgData name="Manikandan G" userId="b99a787bb7f76f0b" providerId="LiveId" clId="{DD5C5B0A-FB44-4FC4-8B55-EBD0733E37E6}" dt="2022-04-24T17:18:21.107" v="978" actId="1076"/>
        <pc:sldMkLst>
          <pc:docMk/>
          <pc:sldMk cId="652901792" sldId="897"/>
        </pc:sldMkLst>
        <pc:spChg chg="mod">
          <ac:chgData name="Manikandan G" userId="b99a787bb7f76f0b" providerId="LiveId" clId="{DD5C5B0A-FB44-4FC4-8B55-EBD0733E37E6}" dt="2022-04-24T17:12:48.566" v="952" actId="6549"/>
          <ac:spMkLst>
            <pc:docMk/>
            <pc:sldMk cId="652901792" sldId="897"/>
            <ac:spMk id="2" creationId="{7D54A64A-8B3E-F947-B392-4E820A4EC6DD}"/>
          </ac:spMkLst>
        </pc:spChg>
        <pc:spChg chg="mod">
          <ac:chgData name="Manikandan G" userId="b99a787bb7f76f0b" providerId="LiveId" clId="{DD5C5B0A-FB44-4FC4-8B55-EBD0733E37E6}" dt="2022-04-24T17:18:21.107" v="978" actId="1076"/>
          <ac:spMkLst>
            <pc:docMk/>
            <pc:sldMk cId="652901792" sldId="897"/>
            <ac:spMk id="6" creationId="{F541B903-BD6D-1548-A136-BC0E1C057E36}"/>
          </ac:spMkLst>
        </pc:spChg>
      </pc:sldChg>
      <pc:sldChg chg="del">
        <pc:chgData name="Manikandan G" userId="b99a787bb7f76f0b" providerId="LiveId" clId="{DD5C5B0A-FB44-4FC4-8B55-EBD0733E37E6}" dt="2022-04-24T16:47:09.217" v="430" actId="47"/>
        <pc:sldMkLst>
          <pc:docMk/>
          <pc:sldMk cId="3030437929" sldId="898"/>
        </pc:sldMkLst>
      </pc:sldChg>
      <pc:sldChg chg="addSp delSp modSp mod">
        <pc:chgData name="Manikandan G" userId="b99a787bb7f76f0b" providerId="LiveId" clId="{DD5C5B0A-FB44-4FC4-8B55-EBD0733E37E6}" dt="2022-04-25T07:12:30.420" v="1472" actId="1076"/>
        <pc:sldMkLst>
          <pc:docMk/>
          <pc:sldMk cId="2008789312" sldId="899"/>
        </pc:sldMkLst>
        <pc:spChg chg="add del mod">
          <ac:chgData name="Manikandan G" userId="b99a787bb7f76f0b" providerId="LiveId" clId="{DD5C5B0A-FB44-4FC4-8B55-EBD0733E37E6}" dt="2022-04-24T16:47:39.628" v="432" actId="478"/>
          <ac:spMkLst>
            <pc:docMk/>
            <pc:sldMk cId="2008789312" sldId="899"/>
            <ac:spMk id="3" creationId="{4AC367BF-F5BF-4233-AABD-50BA78BAD399}"/>
          </ac:spMkLst>
        </pc:spChg>
        <pc:spChg chg="mod">
          <ac:chgData name="Manikandan G" userId="b99a787bb7f76f0b" providerId="LiveId" clId="{DD5C5B0A-FB44-4FC4-8B55-EBD0733E37E6}" dt="2022-04-24T17:05:45.431" v="877"/>
          <ac:spMkLst>
            <pc:docMk/>
            <pc:sldMk cId="2008789312" sldId="899"/>
            <ac:spMk id="8" creationId="{30CA6522-973C-3B41-A376-54510771EE72}"/>
          </ac:spMkLst>
        </pc:spChg>
        <pc:graphicFrameChg chg="del">
          <ac:chgData name="Manikandan G" userId="b99a787bb7f76f0b" providerId="LiveId" clId="{DD5C5B0A-FB44-4FC4-8B55-EBD0733E37E6}" dt="2022-04-24T16:47:36.783" v="431" actId="478"/>
          <ac:graphicFrameMkLst>
            <pc:docMk/>
            <pc:sldMk cId="2008789312" sldId="899"/>
            <ac:graphicFrameMk id="7" creationId="{BDA069F5-C2C2-5C48-BB38-FCEA1D4A6E50}"/>
          </ac:graphicFrameMkLst>
        </pc:graphicFrameChg>
        <pc:picChg chg="add mod">
          <ac:chgData name="Manikandan G" userId="b99a787bb7f76f0b" providerId="LiveId" clId="{DD5C5B0A-FB44-4FC4-8B55-EBD0733E37E6}" dt="2022-04-25T07:12:30.420" v="1472" actId="1076"/>
          <ac:picMkLst>
            <pc:docMk/>
            <pc:sldMk cId="2008789312" sldId="899"/>
            <ac:picMk id="9" creationId="{31F79159-B63B-403C-8F54-10C9D8284B79}"/>
          </ac:picMkLst>
        </pc:picChg>
      </pc:sldChg>
      <pc:sldChg chg="delSp modSp del mod">
        <pc:chgData name="Manikandan G" userId="b99a787bb7f76f0b" providerId="LiveId" clId="{DD5C5B0A-FB44-4FC4-8B55-EBD0733E37E6}" dt="2022-04-24T17:20:54.554" v="985" actId="47"/>
        <pc:sldMkLst>
          <pc:docMk/>
          <pc:sldMk cId="3622910698" sldId="900"/>
        </pc:sldMkLst>
        <pc:spChg chg="mod">
          <ac:chgData name="Manikandan G" userId="b99a787bb7f76f0b" providerId="LiveId" clId="{DD5C5B0A-FB44-4FC4-8B55-EBD0733E37E6}" dt="2022-04-24T17:00:36.887" v="778" actId="1076"/>
          <ac:spMkLst>
            <pc:docMk/>
            <pc:sldMk cId="3622910698" sldId="900"/>
            <ac:spMk id="9" creationId="{10BB1DA7-93B5-CB4E-8D67-90AFBB345253}"/>
          </ac:spMkLst>
        </pc:spChg>
        <pc:graphicFrameChg chg="del mod">
          <ac:chgData name="Manikandan G" userId="b99a787bb7f76f0b" providerId="LiveId" clId="{DD5C5B0A-FB44-4FC4-8B55-EBD0733E37E6}" dt="2022-04-24T17:00:22.520" v="774" actId="478"/>
          <ac:graphicFrameMkLst>
            <pc:docMk/>
            <pc:sldMk cId="3622910698" sldId="900"/>
            <ac:graphicFrameMk id="10" creationId="{F4C25125-D0D3-5B4E-837C-57ACAD9C44AD}"/>
          </ac:graphicFrameMkLst>
        </pc:graphicFrameChg>
        <pc:graphicFrameChg chg="del">
          <ac:chgData name="Manikandan G" userId="b99a787bb7f76f0b" providerId="LiveId" clId="{DD5C5B0A-FB44-4FC4-8B55-EBD0733E37E6}" dt="2022-04-24T17:00:32.697" v="777" actId="478"/>
          <ac:graphicFrameMkLst>
            <pc:docMk/>
            <pc:sldMk cId="3622910698" sldId="900"/>
            <ac:graphicFrameMk id="11" creationId="{6141CBC5-AFCB-194B-A268-07520A862081}"/>
          </ac:graphicFrameMkLst>
        </pc:graphicFrameChg>
      </pc:sldChg>
      <pc:sldChg chg="addSp delSp modSp del mod">
        <pc:chgData name="Manikandan G" userId="b99a787bb7f76f0b" providerId="LiveId" clId="{DD5C5B0A-FB44-4FC4-8B55-EBD0733E37E6}" dt="2022-04-24T17:20:55.267" v="986" actId="47"/>
        <pc:sldMkLst>
          <pc:docMk/>
          <pc:sldMk cId="1629726754" sldId="901"/>
        </pc:sldMkLst>
        <pc:spChg chg="add del mod">
          <ac:chgData name="Manikandan G" userId="b99a787bb7f76f0b" providerId="LiveId" clId="{DD5C5B0A-FB44-4FC4-8B55-EBD0733E37E6}" dt="2022-04-24T17:06:43.845" v="880" actId="478"/>
          <ac:spMkLst>
            <pc:docMk/>
            <pc:sldMk cId="1629726754" sldId="901"/>
            <ac:spMk id="2" creationId="{9C782346-93BB-43C4-964B-AF6E57D9494F}"/>
          </ac:spMkLst>
        </pc:spChg>
        <pc:spChg chg="add del mod">
          <ac:chgData name="Manikandan G" userId="b99a787bb7f76f0b" providerId="LiveId" clId="{DD5C5B0A-FB44-4FC4-8B55-EBD0733E37E6}" dt="2022-04-24T17:09:47.444" v="891" actId="21"/>
          <ac:spMkLst>
            <pc:docMk/>
            <pc:sldMk cId="1629726754" sldId="901"/>
            <ac:spMk id="9" creationId="{10BB1DA7-93B5-CB4E-8D67-90AFBB345253}"/>
          </ac:spMkLst>
        </pc:spChg>
        <pc:graphicFrameChg chg="del">
          <ac:chgData name="Manikandan G" userId="b99a787bb7f76f0b" providerId="LiveId" clId="{DD5C5B0A-FB44-4FC4-8B55-EBD0733E37E6}" dt="2022-04-24T17:06:36.704" v="878" actId="478"/>
          <ac:graphicFrameMkLst>
            <pc:docMk/>
            <pc:sldMk cId="1629726754" sldId="901"/>
            <ac:graphicFrameMk id="10" creationId="{F4C25125-D0D3-5B4E-837C-57ACAD9C44AD}"/>
          </ac:graphicFrameMkLst>
        </pc:graphicFrameChg>
        <pc:graphicFrameChg chg="add del mod">
          <ac:chgData name="Manikandan G" userId="b99a787bb7f76f0b" providerId="LiveId" clId="{DD5C5B0A-FB44-4FC4-8B55-EBD0733E37E6}" dt="2022-04-24T17:07:18.683" v="886" actId="1076"/>
          <ac:graphicFrameMkLst>
            <pc:docMk/>
            <pc:sldMk cId="1629726754" sldId="901"/>
            <ac:graphicFrameMk id="11" creationId="{6141CBC5-AFCB-194B-A268-07520A862081}"/>
          </ac:graphicFrameMkLst>
        </pc:graphicFrameChg>
        <pc:graphicFrameChg chg="add del">
          <ac:chgData name="Manikandan G" userId="b99a787bb7f76f0b" providerId="LiveId" clId="{DD5C5B0A-FB44-4FC4-8B55-EBD0733E37E6}" dt="2022-04-24T17:07:19.928" v="888" actId="478"/>
          <ac:graphicFrameMkLst>
            <pc:docMk/>
            <pc:sldMk cId="1629726754" sldId="901"/>
            <ac:graphicFrameMk id="12" creationId="{2BBAE9E4-EBA1-364D-A872-E48CACBF0BFE}"/>
          </ac:graphicFrameMkLst>
        </pc:graphicFrameChg>
      </pc:sldChg>
      <pc:sldChg chg="delSp modSp del mod">
        <pc:chgData name="Manikandan G" userId="b99a787bb7f76f0b" providerId="LiveId" clId="{DD5C5B0A-FB44-4FC4-8B55-EBD0733E37E6}" dt="2022-04-24T17:22:23.951" v="988" actId="47"/>
        <pc:sldMkLst>
          <pc:docMk/>
          <pc:sldMk cId="4126934087" sldId="902"/>
        </pc:sldMkLst>
        <pc:spChg chg="mod">
          <ac:chgData name="Manikandan G" userId="b99a787bb7f76f0b" providerId="LiveId" clId="{DD5C5B0A-FB44-4FC4-8B55-EBD0733E37E6}" dt="2022-04-24T17:19:31.845" v="981" actId="6549"/>
          <ac:spMkLst>
            <pc:docMk/>
            <pc:sldMk cId="4126934087" sldId="902"/>
            <ac:spMk id="9" creationId="{10BB1DA7-93B5-CB4E-8D67-90AFBB345253}"/>
          </ac:spMkLst>
        </pc:spChg>
        <pc:graphicFrameChg chg="del">
          <ac:chgData name="Manikandan G" userId="b99a787bb7f76f0b" providerId="LiveId" clId="{DD5C5B0A-FB44-4FC4-8B55-EBD0733E37E6}" dt="2022-04-24T17:19:23.930" v="980" actId="478"/>
          <ac:graphicFrameMkLst>
            <pc:docMk/>
            <pc:sldMk cId="4126934087" sldId="902"/>
            <ac:graphicFrameMk id="10" creationId="{F4C25125-D0D3-5B4E-837C-57ACAD9C44AD}"/>
          </ac:graphicFrameMkLst>
        </pc:graphicFrameChg>
      </pc:sldChg>
      <pc:sldChg chg="del">
        <pc:chgData name="Manikandan G" userId="b99a787bb7f76f0b" providerId="LiveId" clId="{DD5C5B0A-FB44-4FC4-8B55-EBD0733E37E6}" dt="2022-04-25T07:03:20.818" v="1326" actId="47"/>
        <pc:sldMkLst>
          <pc:docMk/>
          <pc:sldMk cId="2475259832" sldId="903"/>
        </pc:sldMkLst>
      </pc:sldChg>
      <pc:sldChg chg="del">
        <pc:chgData name="Manikandan G" userId="b99a787bb7f76f0b" providerId="LiveId" clId="{DD5C5B0A-FB44-4FC4-8B55-EBD0733E37E6}" dt="2022-04-25T07:03:21.643" v="1327" actId="47"/>
        <pc:sldMkLst>
          <pc:docMk/>
          <pc:sldMk cId="501821440" sldId="1092"/>
        </pc:sldMkLst>
      </pc:sldChg>
      <pc:sldChg chg="delSp modSp add mod">
        <pc:chgData name="Manikandan G" userId="b99a787bb7f76f0b" providerId="LiveId" clId="{DD5C5B0A-FB44-4FC4-8B55-EBD0733E37E6}" dt="2022-04-24T16:13:24.662" v="24" actId="20577"/>
        <pc:sldMkLst>
          <pc:docMk/>
          <pc:sldMk cId="3195338576" sldId="1093"/>
        </pc:sldMkLst>
        <pc:spChg chg="mod">
          <ac:chgData name="Manikandan G" userId="b99a787bb7f76f0b" providerId="LiveId" clId="{DD5C5B0A-FB44-4FC4-8B55-EBD0733E37E6}" dt="2022-04-24T16:13:24.662" v="24" actId="20577"/>
          <ac:spMkLst>
            <pc:docMk/>
            <pc:sldMk cId="3195338576" sldId="1093"/>
            <ac:spMk id="2" creationId="{E4BB696B-35BF-FA4C-B22B-30DB2C9CECFD}"/>
          </ac:spMkLst>
        </pc:spChg>
        <pc:picChg chg="del">
          <ac:chgData name="Manikandan G" userId="b99a787bb7f76f0b" providerId="LiveId" clId="{DD5C5B0A-FB44-4FC4-8B55-EBD0733E37E6}" dt="2022-04-24T16:12:46.182" v="8" actId="478"/>
          <ac:picMkLst>
            <pc:docMk/>
            <pc:sldMk cId="3195338576" sldId="1093"/>
            <ac:picMk id="7" creationId="{52774EC9-BF4C-0E4F-A2FC-97DF53FB1058}"/>
          </ac:picMkLst>
        </pc:picChg>
      </pc:sldChg>
      <pc:sldChg chg="addSp modSp new mod ord">
        <pc:chgData name="Manikandan G" userId="b99a787bb7f76f0b" providerId="LiveId" clId="{DD5C5B0A-FB44-4FC4-8B55-EBD0733E37E6}" dt="2022-04-24T16:33:52.377" v="179" actId="14100"/>
        <pc:sldMkLst>
          <pc:docMk/>
          <pc:sldMk cId="1807672554" sldId="1094"/>
        </pc:sldMkLst>
        <pc:spChg chg="mod">
          <ac:chgData name="Manikandan G" userId="b99a787bb7f76f0b" providerId="LiveId" clId="{DD5C5B0A-FB44-4FC4-8B55-EBD0733E37E6}" dt="2022-04-24T16:33:52.377" v="179" actId="14100"/>
          <ac:spMkLst>
            <pc:docMk/>
            <pc:sldMk cId="1807672554" sldId="1094"/>
            <ac:spMk id="2" creationId="{B808F959-21DD-4DBA-B869-2B79B2370641}"/>
          </ac:spMkLst>
        </pc:spChg>
        <pc:spChg chg="mod">
          <ac:chgData name="Manikandan G" userId="b99a787bb7f76f0b" providerId="LiveId" clId="{DD5C5B0A-FB44-4FC4-8B55-EBD0733E37E6}" dt="2022-04-24T16:14:23.296" v="34" actId="27636"/>
          <ac:spMkLst>
            <pc:docMk/>
            <pc:sldMk cId="1807672554" sldId="1094"/>
            <ac:spMk id="4" creationId="{19198C24-79AA-4E0A-8867-251F6C55726A}"/>
          </ac:spMkLst>
        </pc:spChg>
        <pc:spChg chg="mod">
          <ac:chgData name="Manikandan G" userId="b99a787bb7f76f0b" providerId="LiveId" clId="{DD5C5B0A-FB44-4FC4-8B55-EBD0733E37E6}" dt="2022-04-24T16:14:17.237" v="31" actId="20577"/>
          <ac:spMkLst>
            <pc:docMk/>
            <pc:sldMk cId="1807672554" sldId="1094"/>
            <ac:spMk id="5" creationId="{46512EC6-193C-4316-B699-E0E5B26A308B}"/>
          </ac:spMkLst>
        </pc:spChg>
        <pc:picChg chg="add mod">
          <ac:chgData name="Manikandan G" userId="b99a787bb7f76f0b" providerId="LiveId" clId="{DD5C5B0A-FB44-4FC4-8B55-EBD0733E37E6}" dt="2022-04-24T16:14:47.136" v="46" actId="1076"/>
          <ac:picMkLst>
            <pc:docMk/>
            <pc:sldMk cId="1807672554" sldId="1094"/>
            <ac:picMk id="6" creationId="{02AF3B88-DBA2-4442-9E5F-624774181FE1}"/>
          </ac:picMkLst>
        </pc:picChg>
      </pc:sldChg>
      <pc:sldChg chg="addSp delSp modSp add mod">
        <pc:chgData name="Manikandan G" userId="b99a787bb7f76f0b" providerId="LiveId" clId="{DD5C5B0A-FB44-4FC4-8B55-EBD0733E37E6}" dt="2022-04-24T16:46:43.403" v="422"/>
        <pc:sldMkLst>
          <pc:docMk/>
          <pc:sldMk cId="753435224" sldId="1095"/>
        </pc:sldMkLst>
        <pc:spChg chg="add del mod">
          <ac:chgData name="Manikandan G" userId="b99a787bb7f76f0b" providerId="LiveId" clId="{DD5C5B0A-FB44-4FC4-8B55-EBD0733E37E6}" dt="2022-04-24T16:41:42.667" v="289" actId="1076"/>
          <ac:spMkLst>
            <pc:docMk/>
            <pc:sldMk cId="753435224" sldId="1095"/>
            <ac:spMk id="2" creationId="{B808F959-21DD-4DBA-B869-2B79B2370641}"/>
          </ac:spMkLst>
        </pc:spChg>
        <pc:spChg chg="mod">
          <ac:chgData name="Manikandan G" userId="b99a787bb7f76f0b" providerId="LiveId" clId="{DD5C5B0A-FB44-4FC4-8B55-EBD0733E37E6}" dt="2022-04-24T16:14:23.278" v="33" actId="27636"/>
          <ac:spMkLst>
            <pc:docMk/>
            <pc:sldMk cId="753435224" sldId="1095"/>
            <ac:spMk id="4" creationId="{19198C24-79AA-4E0A-8867-251F6C55726A}"/>
          </ac:spMkLst>
        </pc:spChg>
        <pc:spChg chg="mod">
          <ac:chgData name="Manikandan G" userId="b99a787bb7f76f0b" providerId="LiveId" clId="{DD5C5B0A-FB44-4FC4-8B55-EBD0733E37E6}" dt="2022-04-24T16:46:43.403" v="422"/>
          <ac:spMkLst>
            <pc:docMk/>
            <pc:sldMk cId="753435224" sldId="1095"/>
            <ac:spMk id="5" creationId="{46512EC6-193C-4316-B699-E0E5B26A308B}"/>
          </ac:spMkLst>
        </pc:spChg>
        <pc:spChg chg="add del mod">
          <ac:chgData name="Manikandan G" userId="b99a787bb7f76f0b" providerId="LiveId" clId="{DD5C5B0A-FB44-4FC4-8B55-EBD0733E37E6}" dt="2022-04-24T16:41:38.582" v="286" actId="21"/>
          <ac:spMkLst>
            <pc:docMk/>
            <pc:sldMk cId="753435224" sldId="1095"/>
            <ac:spMk id="7" creationId="{FE5908DD-24A0-45B1-814C-69B6689F5B40}"/>
          </ac:spMkLst>
        </pc:spChg>
        <pc:picChg chg="add mod">
          <ac:chgData name="Manikandan G" userId="b99a787bb7f76f0b" providerId="LiveId" clId="{DD5C5B0A-FB44-4FC4-8B55-EBD0733E37E6}" dt="2022-04-24T16:39:46.320" v="241" actId="1076"/>
          <ac:picMkLst>
            <pc:docMk/>
            <pc:sldMk cId="753435224" sldId="1095"/>
            <ac:picMk id="6" creationId="{C75C6242-A3E9-4214-98F1-8F494F7C64E8}"/>
          </ac:picMkLst>
        </pc:picChg>
        <pc:picChg chg="add mod">
          <ac:chgData name="Manikandan G" userId="b99a787bb7f76f0b" providerId="LiveId" clId="{DD5C5B0A-FB44-4FC4-8B55-EBD0733E37E6}" dt="2022-04-24T16:42:06.415" v="292" actId="1076"/>
          <ac:picMkLst>
            <pc:docMk/>
            <pc:sldMk cId="753435224" sldId="1095"/>
            <ac:picMk id="8" creationId="{2FE58407-77A3-441E-B5C1-F13687CA2212}"/>
          </ac:picMkLst>
        </pc:picChg>
        <pc:picChg chg="add del mod">
          <ac:chgData name="Manikandan G" userId="b99a787bb7f76f0b" providerId="LiveId" clId="{DD5C5B0A-FB44-4FC4-8B55-EBD0733E37E6}" dt="2022-04-24T16:41:43.232" v="290"/>
          <ac:picMkLst>
            <pc:docMk/>
            <pc:sldMk cId="753435224" sldId="1095"/>
            <ac:picMk id="159746" creationId="{D54DD44D-10D8-4CDF-86E9-98A1BCC5B336}"/>
          </ac:picMkLst>
        </pc:picChg>
      </pc:sldChg>
      <pc:sldChg chg="addSp modSp add mod">
        <pc:chgData name="Manikandan G" userId="b99a787bb7f76f0b" providerId="LiveId" clId="{DD5C5B0A-FB44-4FC4-8B55-EBD0733E37E6}" dt="2022-04-24T16:46:47.211" v="423"/>
        <pc:sldMkLst>
          <pc:docMk/>
          <pc:sldMk cId="3977009432" sldId="1096"/>
        </pc:sldMkLst>
        <pc:spChg chg="mod">
          <ac:chgData name="Manikandan G" userId="b99a787bb7f76f0b" providerId="LiveId" clId="{DD5C5B0A-FB44-4FC4-8B55-EBD0733E37E6}" dt="2022-04-24T16:44:03.322" v="375" actId="20577"/>
          <ac:spMkLst>
            <pc:docMk/>
            <pc:sldMk cId="3977009432" sldId="1096"/>
            <ac:spMk id="2" creationId="{B808F959-21DD-4DBA-B869-2B79B2370641}"/>
          </ac:spMkLst>
        </pc:spChg>
        <pc:spChg chg="mod">
          <ac:chgData name="Manikandan G" userId="b99a787bb7f76f0b" providerId="LiveId" clId="{DD5C5B0A-FB44-4FC4-8B55-EBD0733E37E6}" dt="2022-04-24T16:14:23.544" v="36" actId="27636"/>
          <ac:spMkLst>
            <pc:docMk/>
            <pc:sldMk cId="3977009432" sldId="1096"/>
            <ac:spMk id="4" creationId="{19198C24-79AA-4E0A-8867-251F6C55726A}"/>
          </ac:spMkLst>
        </pc:spChg>
        <pc:spChg chg="mod">
          <ac:chgData name="Manikandan G" userId="b99a787bb7f76f0b" providerId="LiveId" clId="{DD5C5B0A-FB44-4FC4-8B55-EBD0733E37E6}" dt="2022-04-24T16:46:47.211" v="423"/>
          <ac:spMkLst>
            <pc:docMk/>
            <pc:sldMk cId="3977009432" sldId="1096"/>
            <ac:spMk id="5" creationId="{46512EC6-193C-4316-B699-E0E5B26A308B}"/>
          </ac:spMkLst>
        </pc:spChg>
        <pc:picChg chg="add mod">
          <ac:chgData name="Manikandan G" userId="b99a787bb7f76f0b" providerId="LiveId" clId="{DD5C5B0A-FB44-4FC4-8B55-EBD0733E37E6}" dt="2022-04-24T16:43:23.283" v="363" actId="1036"/>
          <ac:picMkLst>
            <pc:docMk/>
            <pc:sldMk cId="3977009432" sldId="1096"/>
            <ac:picMk id="6" creationId="{0A8B022A-276E-4E6F-B507-77A0C8E15875}"/>
          </ac:picMkLst>
        </pc:picChg>
      </pc:sldChg>
      <pc:sldChg chg="addSp delSp modSp add mod">
        <pc:chgData name="Manikandan G" userId="b99a787bb7f76f0b" providerId="LiveId" clId="{DD5C5B0A-FB44-4FC4-8B55-EBD0733E37E6}" dt="2022-04-25T06:39:03.222" v="1090" actId="12"/>
        <pc:sldMkLst>
          <pc:docMk/>
          <pc:sldMk cId="4195052156" sldId="1097"/>
        </pc:sldMkLst>
        <pc:spChg chg="del">
          <ac:chgData name="Manikandan G" userId="b99a787bb7f76f0b" providerId="LiveId" clId="{DD5C5B0A-FB44-4FC4-8B55-EBD0733E37E6}" dt="2022-04-24T16:44:17.808" v="376"/>
          <ac:spMkLst>
            <pc:docMk/>
            <pc:sldMk cId="4195052156" sldId="1097"/>
            <ac:spMk id="2" creationId="{B808F959-21DD-4DBA-B869-2B79B2370641}"/>
          </ac:spMkLst>
        </pc:spChg>
        <pc:spChg chg="mod">
          <ac:chgData name="Manikandan G" userId="b99a787bb7f76f0b" providerId="LiveId" clId="{DD5C5B0A-FB44-4FC4-8B55-EBD0733E37E6}" dt="2022-04-24T16:14:23.803" v="38" actId="27636"/>
          <ac:spMkLst>
            <pc:docMk/>
            <pc:sldMk cId="4195052156" sldId="1097"/>
            <ac:spMk id="4" creationId="{19198C24-79AA-4E0A-8867-251F6C55726A}"/>
          </ac:spMkLst>
        </pc:spChg>
        <pc:spChg chg="mod">
          <ac:chgData name="Manikandan G" userId="b99a787bb7f76f0b" providerId="LiveId" clId="{DD5C5B0A-FB44-4FC4-8B55-EBD0733E37E6}" dt="2022-04-24T16:46:52.121" v="424"/>
          <ac:spMkLst>
            <pc:docMk/>
            <pc:sldMk cId="4195052156" sldId="1097"/>
            <ac:spMk id="5" creationId="{46512EC6-193C-4316-B699-E0E5B26A308B}"/>
          </ac:spMkLst>
        </pc:spChg>
        <pc:spChg chg="add mod">
          <ac:chgData name="Manikandan G" userId="b99a787bb7f76f0b" providerId="LiveId" clId="{DD5C5B0A-FB44-4FC4-8B55-EBD0733E37E6}" dt="2022-04-25T06:39:03.222" v="1090" actId="12"/>
          <ac:spMkLst>
            <pc:docMk/>
            <pc:sldMk cId="4195052156" sldId="1097"/>
            <ac:spMk id="8" creationId="{6E947725-D225-4111-B368-7EEDC6DB42BD}"/>
          </ac:spMkLst>
        </pc:spChg>
        <pc:spChg chg="add mod">
          <ac:chgData name="Manikandan G" userId="b99a787bb7f76f0b" providerId="LiveId" clId="{DD5C5B0A-FB44-4FC4-8B55-EBD0733E37E6}" dt="2022-04-24T17:08:18.552" v="889" actId="1076"/>
          <ac:spMkLst>
            <pc:docMk/>
            <pc:sldMk cId="4195052156" sldId="1097"/>
            <ac:spMk id="11" creationId="{ED70A468-01A7-482E-BCF6-DA62FC04B7BC}"/>
          </ac:spMkLst>
        </pc:spChg>
        <pc:picChg chg="add mod">
          <ac:chgData name="Manikandan G" userId="b99a787bb7f76f0b" providerId="LiveId" clId="{DD5C5B0A-FB44-4FC4-8B55-EBD0733E37E6}" dt="2022-04-24T16:44:21.827" v="377" actId="1076"/>
          <ac:picMkLst>
            <pc:docMk/>
            <pc:sldMk cId="4195052156" sldId="1097"/>
            <ac:picMk id="6" creationId="{DF5FA031-7676-4006-A0E6-F7C20D5432D6}"/>
          </ac:picMkLst>
        </pc:picChg>
        <pc:picChg chg="add mod">
          <ac:chgData name="Manikandan G" userId="b99a787bb7f76f0b" providerId="LiveId" clId="{DD5C5B0A-FB44-4FC4-8B55-EBD0733E37E6}" dt="2022-04-24T16:45:47.257" v="384" actId="1076"/>
          <ac:picMkLst>
            <pc:docMk/>
            <pc:sldMk cId="4195052156" sldId="1097"/>
            <ac:picMk id="9" creationId="{A784CB98-340F-4378-ADD3-7FA5182830B7}"/>
          </ac:picMkLst>
        </pc:picChg>
      </pc:sldChg>
      <pc:sldChg chg="modSp add del mod">
        <pc:chgData name="Manikandan G" userId="b99a787bb7f76f0b" providerId="LiveId" clId="{DD5C5B0A-FB44-4FC4-8B55-EBD0733E37E6}" dt="2022-04-24T16:46:58.404" v="425" actId="47"/>
        <pc:sldMkLst>
          <pc:docMk/>
          <pc:sldMk cId="2734700900" sldId="1098"/>
        </pc:sldMkLst>
        <pc:spChg chg="mod">
          <ac:chgData name="Manikandan G" userId="b99a787bb7f76f0b" providerId="LiveId" clId="{DD5C5B0A-FB44-4FC4-8B55-EBD0733E37E6}" dt="2022-04-24T16:14:24.019" v="40" actId="27636"/>
          <ac:spMkLst>
            <pc:docMk/>
            <pc:sldMk cId="2734700900" sldId="1098"/>
            <ac:spMk id="4" creationId="{19198C24-79AA-4E0A-8867-251F6C55726A}"/>
          </ac:spMkLst>
        </pc:spChg>
      </pc:sldChg>
      <pc:sldChg chg="modSp add del mod">
        <pc:chgData name="Manikandan G" userId="b99a787bb7f76f0b" providerId="LiveId" clId="{DD5C5B0A-FB44-4FC4-8B55-EBD0733E37E6}" dt="2022-04-24T16:46:59.844" v="426" actId="47"/>
        <pc:sldMkLst>
          <pc:docMk/>
          <pc:sldMk cId="2586214899" sldId="1099"/>
        </pc:sldMkLst>
        <pc:spChg chg="mod">
          <ac:chgData name="Manikandan G" userId="b99a787bb7f76f0b" providerId="LiveId" clId="{DD5C5B0A-FB44-4FC4-8B55-EBD0733E37E6}" dt="2022-04-24T16:14:24.222" v="42" actId="27636"/>
          <ac:spMkLst>
            <pc:docMk/>
            <pc:sldMk cId="2586214899" sldId="1099"/>
            <ac:spMk id="4" creationId="{19198C24-79AA-4E0A-8867-251F6C55726A}"/>
          </ac:spMkLst>
        </pc:spChg>
      </pc:sldChg>
      <pc:sldChg chg="modSp add del mod">
        <pc:chgData name="Manikandan G" userId="b99a787bb7f76f0b" providerId="LiveId" clId="{DD5C5B0A-FB44-4FC4-8B55-EBD0733E37E6}" dt="2022-04-24T16:47:00.516" v="427" actId="47"/>
        <pc:sldMkLst>
          <pc:docMk/>
          <pc:sldMk cId="666299363" sldId="1100"/>
        </pc:sldMkLst>
        <pc:spChg chg="mod">
          <ac:chgData name="Manikandan G" userId="b99a787bb7f76f0b" providerId="LiveId" clId="{DD5C5B0A-FB44-4FC4-8B55-EBD0733E37E6}" dt="2022-04-24T16:14:24.387" v="44" actId="27636"/>
          <ac:spMkLst>
            <pc:docMk/>
            <pc:sldMk cId="666299363" sldId="1100"/>
            <ac:spMk id="4" creationId="{19198C24-79AA-4E0A-8867-251F6C55726A}"/>
          </ac:spMkLst>
        </pc:spChg>
      </pc:sldChg>
      <pc:sldChg chg="modSp add mod">
        <pc:chgData name="Manikandan G" userId="b99a787bb7f76f0b" providerId="LiveId" clId="{DD5C5B0A-FB44-4FC4-8B55-EBD0733E37E6}" dt="2022-04-24T16:37:40.056" v="225" actId="123"/>
        <pc:sldMkLst>
          <pc:docMk/>
          <pc:sldMk cId="18683491" sldId="1101"/>
        </pc:sldMkLst>
        <pc:spChg chg="mod">
          <ac:chgData name="Manikandan G" userId="b99a787bb7f76f0b" providerId="LiveId" clId="{DD5C5B0A-FB44-4FC4-8B55-EBD0733E37E6}" dt="2022-04-24T16:37:40.056" v="225" actId="123"/>
          <ac:spMkLst>
            <pc:docMk/>
            <pc:sldMk cId="18683491" sldId="1101"/>
            <ac:spMk id="2" creationId="{B808F959-21DD-4DBA-B869-2B79B2370641}"/>
          </ac:spMkLst>
        </pc:spChg>
      </pc:sldChg>
      <pc:sldChg chg="modSp new mod">
        <pc:chgData name="Manikandan G" userId="b99a787bb7f76f0b" providerId="LiveId" clId="{DD5C5B0A-FB44-4FC4-8B55-EBD0733E37E6}" dt="2022-04-24T17:18:02.492" v="976" actId="20577"/>
        <pc:sldMkLst>
          <pc:docMk/>
          <pc:sldMk cId="770785641" sldId="1102"/>
        </pc:sldMkLst>
        <pc:spChg chg="mod">
          <ac:chgData name="Manikandan G" userId="b99a787bb7f76f0b" providerId="LiveId" clId="{DD5C5B0A-FB44-4FC4-8B55-EBD0733E37E6}" dt="2022-04-24T17:18:02.492" v="976" actId="20577"/>
          <ac:spMkLst>
            <pc:docMk/>
            <pc:sldMk cId="770785641" sldId="1102"/>
            <ac:spMk id="2" creationId="{7DC0BAF4-4AB2-4290-924C-2B38129425D5}"/>
          </ac:spMkLst>
        </pc:spChg>
        <pc:spChg chg="mod">
          <ac:chgData name="Manikandan G" userId="b99a787bb7f76f0b" providerId="LiveId" clId="{DD5C5B0A-FB44-4FC4-8B55-EBD0733E37E6}" dt="2022-04-24T16:52:42.391" v="602" actId="27636"/>
          <ac:spMkLst>
            <pc:docMk/>
            <pc:sldMk cId="770785641" sldId="1102"/>
            <ac:spMk id="4" creationId="{519D7EA9-9F72-499D-B156-882CA96E1B0A}"/>
          </ac:spMkLst>
        </pc:spChg>
        <pc:spChg chg="mod">
          <ac:chgData name="Manikandan G" userId="b99a787bb7f76f0b" providerId="LiveId" clId="{DD5C5B0A-FB44-4FC4-8B55-EBD0733E37E6}" dt="2022-04-24T16:53:52.520" v="648" actId="20577"/>
          <ac:spMkLst>
            <pc:docMk/>
            <pc:sldMk cId="770785641" sldId="1102"/>
            <ac:spMk id="5" creationId="{3F674FB6-6270-466A-9667-F6FE9150CA4C}"/>
          </ac:spMkLst>
        </pc:spChg>
      </pc:sldChg>
      <pc:sldChg chg="addSp modSp add mod">
        <pc:chgData name="Manikandan G" userId="b99a787bb7f76f0b" providerId="LiveId" clId="{DD5C5B0A-FB44-4FC4-8B55-EBD0733E37E6}" dt="2022-04-24T16:57:53.462" v="751" actId="14100"/>
        <pc:sldMkLst>
          <pc:docMk/>
          <pc:sldMk cId="45324854" sldId="1103"/>
        </pc:sldMkLst>
        <pc:spChg chg="mod">
          <ac:chgData name="Manikandan G" userId="b99a787bb7f76f0b" providerId="LiveId" clId="{DD5C5B0A-FB44-4FC4-8B55-EBD0733E37E6}" dt="2022-04-24T16:57:42.987" v="747" actId="14100"/>
          <ac:spMkLst>
            <pc:docMk/>
            <pc:sldMk cId="45324854" sldId="1103"/>
            <ac:spMk id="2" creationId="{7DC0BAF4-4AB2-4290-924C-2B38129425D5}"/>
          </ac:spMkLst>
        </pc:spChg>
        <pc:spChg chg="mod">
          <ac:chgData name="Manikandan G" userId="b99a787bb7f76f0b" providerId="LiveId" clId="{DD5C5B0A-FB44-4FC4-8B55-EBD0733E37E6}" dt="2022-04-24T16:52:42.375" v="601" actId="27636"/>
          <ac:spMkLst>
            <pc:docMk/>
            <pc:sldMk cId="45324854" sldId="1103"/>
            <ac:spMk id="4" creationId="{519D7EA9-9F72-499D-B156-882CA96E1B0A}"/>
          </ac:spMkLst>
        </pc:spChg>
        <pc:picChg chg="add mod">
          <ac:chgData name="Manikandan G" userId="b99a787bb7f76f0b" providerId="LiveId" clId="{DD5C5B0A-FB44-4FC4-8B55-EBD0733E37E6}" dt="2022-04-24T16:57:53.462" v="751" actId="14100"/>
          <ac:picMkLst>
            <pc:docMk/>
            <pc:sldMk cId="45324854" sldId="1103"/>
            <ac:picMk id="7" creationId="{BA7086FA-9F6C-4DFD-8EB9-371CF2C410AB}"/>
          </ac:picMkLst>
        </pc:picChg>
      </pc:sldChg>
      <pc:sldChg chg="addSp modSp add mod">
        <pc:chgData name="Manikandan G" userId="b99a787bb7f76f0b" providerId="LiveId" clId="{DD5C5B0A-FB44-4FC4-8B55-EBD0733E37E6}" dt="2022-04-24T17:18:00.205" v="974" actId="20577"/>
        <pc:sldMkLst>
          <pc:docMk/>
          <pc:sldMk cId="3805473285" sldId="1104"/>
        </pc:sldMkLst>
        <pc:spChg chg="mod">
          <ac:chgData name="Manikandan G" userId="b99a787bb7f76f0b" providerId="LiveId" clId="{DD5C5B0A-FB44-4FC4-8B55-EBD0733E37E6}" dt="2022-04-24T17:18:00.205" v="974" actId="20577"/>
          <ac:spMkLst>
            <pc:docMk/>
            <pc:sldMk cId="3805473285" sldId="1104"/>
            <ac:spMk id="2" creationId="{7DC0BAF4-4AB2-4290-924C-2B38129425D5}"/>
          </ac:spMkLst>
        </pc:spChg>
        <pc:spChg chg="mod">
          <ac:chgData name="Manikandan G" userId="b99a787bb7f76f0b" providerId="LiveId" clId="{DD5C5B0A-FB44-4FC4-8B55-EBD0733E37E6}" dt="2022-04-24T16:52:42.681" v="604" actId="27636"/>
          <ac:spMkLst>
            <pc:docMk/>
            <pc:sldMk cId="3805473285" sldId="1104"/>
            <ac:spMk id="4" creationId="{519D7EA9-9F72-499D-B156-882CA96E1B0A}"/>
          </ac:spMkLst>
        </pc:spChg>
        <pc:spChg chg="add mod">
          <ac:chgData name="Manikandan G" userId="b99a787bb7f76f0b" providerId="LiveId" clId="{DD5C5B0A-FB44-4FC4-8B55-EBD0733E37E6}" dt="2022-04-24T17:03:34.524" v="834" actId="20577"/>
          <ac:spMkLst>
            <pc:docMk/>
            <pc:sldMk cId="3805473285" sldId="1104"/>
            <ac:spMk id="6" creationId="{85C1A63D-B0FF-41AD-A399-0A5900D68280}"/>
          </ac:spMkLst>
        </pc:spChg>
      </pc:sldChg>
      <pc:sldChg chg="addSp delSp modSp add mod">
        <pc:chgData name="Manikandan G" userId="b99a787bb7f76f0b" providerId="LiveId" clId="{DD5C5B0A-FB44-4FC4-8B55-EBD0733E37E6}" dt="2022-04-25T07:11:40.444" v="1470" actId="6549"/>
        <pc:sldMkLst>
          <pc:docMk/>
          <pc:sldMk cId="1104594735" sldId="1105"/>
        </pc:sldMkLst>
        <pc:spChg chg="mod">
          <ac:chgData name="Manikandan G" userId="b99a787bb7f76f0b" providerId="LiveId" clId="{DD5C5B0A-FB44-4FC4-8B55-EBD0733E37E6}" dt="2022-04-25T07:11:40.444" v="1470" actId="6549"/>
          <ac:spMkLst>
            <pc:docMk/>
            <pc:sldMk cId="1104594735" sldId="1105"/>
            <ac:spMk id="2" creationId="{7DC0BAF4-4AB2-4290-924C-2B38129425D5}"/>
          </ac:spMkLst>
        </pc:spChg>
        <pc:spChg chg="mod">
          <ac:chgData name="Manikandan G" userId="b99a787bb7f76f0b" providerId="LiveId" clId="{DD5C5B0A-FB44-4FC4-8B55-EBD0733E37E6}" dt="2022-04-24T16:52:42.961" v="606" actId="27636"/>
          <ac:spMkLst>
            <pc:docMk/>
            <pc:sldMk cId="1104594735" sldId="1105"/>
            <ac:spMk id="4" creationId="{519D7EA9-9F72-499D-B156-882CA96E1B0A}"/>
          </ac:spMkLst>
        </pc:spChg>
        <pc:spChg chg="add del">
          <ac:chgData name="Manikandan G" userId="b99a787bb7f76f0b" providerId="LiveId" clId="{DD5C5B0A-FB44-4FC4-8B55-EBD0733E37E6}" dt="2022-04-25T07:09:56.575" v="1424" actId="22"/>
          <ac:spMkLst>
            <pc:docMk/>
            <pc:sldMk cId="1104594735" sldId="1105"/>
            <ac:spMk id="8" creationId="{E00E4CA2-A224-49CC-9B0C-FE2A2A90C6C5}"/>
          </ac:spMkLst>
        </pc:spChg>
        <pc:spChg chg="add mod">
          <ac:chgData name="Manikandan G" userId="b99a787bb7f76f0b" providerId="LiveId" clId="{DD5C5B0A-FB44-4FC4-8B55-EBD0733E37E6}" dt="2022-04-25T07:11:19.486" v="1447" actId="208"/>
          <ac:spMkLst>
            <pc:docMk/>
            <pc:sldMk cId="1104594735" sldId="1105"/>
            <ac:spMk id="10" creationId="{2BA2FE54-5AB1-41E6-960A-C2E9BE09AB98}"/>
          </ac:spMkLst>
        </pc:spChg>
        <pc:graphicFrameChg chg="add mod">
          <ac:chgData name="Manikandan G" userId="b99a787bb7f76f0b" providerId="LiveId" clId="{DD5C5B0A-FB44-4FC4-8B55-EBD0733E37E6}" dt="2022-04-24T17:11:27.465" v="921" actId="1076"/>
          <ac:graphicFrameMkLst>
            <pc:docMk/>
            <pc:sldMk cId="1104594735" sldId="1105"/>
            <ac:graphicFrameMk id="6" creationId="{1B066ECB-5A00-48B3-AE43-CD001E86D5E4}"/>
          </ac:graphicFrameMkLst>
        </pc:graphicFrameChg>
      </pc:sldChg>
      <pc:sldChg chg="delSp modSp new mod">
        <pc:chgData name="Manikandan G" userId="b99a787bb7f76f0b" providerId="LiveId" clId="{DD5C5B0A-FB44-4FC4-8B55-EBD0733E37E6}" dt="2022-04-25T06:49:23.551" v="1102" actId="255"/>
        <pc:sldMkLst>
          <pc:docMk/>
          <pc:sldMk cId="694934632" sldId="1106"/>
        </pc:sldMkLst>
        <pc:spChg chg="del">
          <ac:chgData name="Manikandan G" userId="b99a787bb7f76f0b" providerId="LiveId" clId="{DD5C5B0A-FB44-4FC4-8B55-EBD0733E37E6}" dt="2022-04-25T06:48:59.038" v="1095" actId="478"/>
          <ac:spMkLst>
            <pc:docMk/>
            <pc:sldMk cId="694934632" sldId="1106"/>
            <ac:spMk id="2" creationId="{B9308DAD-1CE4-4DF2-A890-0C3D19136EBB}"/>
          </ac:spMkLst>
        </pc:spChg>
        <pc:spChg chg="mod">
          <ac:chgData name="Manikandan G" userId="b99a787bb7f76f0b" providerId="LiveId" clId="{DD5C5B0A-FB44-4FC4-8B55-EBD0733E37E6}" dt="2022-04-25T06:48:59.103" v="1096" actId="27636"/>
          <ac:spMkLst>
            <pc:docMk/>
            <pc:sldMk cId="694934632" sldId="1106"/>
            <ac:spMk id="4" creationId="{575C39A2-945D-428A-96C0-77A7E07F09FC}"/>
          </ac:spMkLst>
        </pc:spChg>
        <pc:spChg chg="mod">
          <ac:chgData name="Manikandan G" userId="b99a787bb7f76f0b" providerId="LiveId" clId="{DD5C5B0A-FB44-4FC4-8B55-EBD0733E37E6}" dt="2022-04-25T06:49:23.551" v="1102" actId="255"/>
          <ac:spMkLst>
            <pc:docMk/>
            <pc:sldMk cId="694934632" sldId="1106"/>
            <ac:spMk id="5" creationId="{B7FDF104-37E1-42BD-AB89-A54DE09746A1}"/>
          </ac:spMkLst>
        </pc:spChg>
      </pc:sldChg>
      <pc:sldChg chg="modSp add del mod">
        <pc:chgData name="Manikandan G" userId="b99a787bb7f76f0b" providerId="LiveId" clId="{DD5C5B0A-FB44-4FC4-8B55-EBD0733E37E6}" dt="2022-04-24T17:21:05.618" v="987" actId="47"/>
        <pc:sldMkLst>
          <pc:docMk/>
          <pc:sldMk cId="3320449093" sldId="1106"/>
        </pc:sldMkLst>
        <pc:spChg chg="mod">
          <ac:chgData name="Manikandan G" userId="b99a787bb7f76f0b" providerId="LiveId" clId="{DD5C5B0A-FB44-4FC4-8B55-EBD0733E37E6}" dt="2022-04-24T16:52:43.221" v="608" actId="27636"/>
          <ac:spMkLst>
            <pc:docMk/>
            <pc:sldMk cId="3320449093" sldId="1106"/>
            <ac:spMk id="4" creationId="{519D7EA9-9F72-499D-B156-882CA96E1B0A}"/>
          </ac:spMkLst>
        </pc:spChg>
      </pc:sldChg>
      <pc:sldChg chg="modSp new del mod">
        <pc:chgData name="Manikandan G" userId="b99a787bb7f76f0b" providerId="LiveId" clId="{DD5C5B0A-FB44-4FC4-8B55-EBD0733E37E6}" dt="2022-04-25T07:05:45.117" v="1328" actId="47"/>
        <pc:sldMkLst>
          <pc:docMk/>
          <pc:sldMk cId="2765814779" sldId="1107"/>
        </pc:sldMkLst>
        <pc:spChg chg="mod">
          <ac:chgData name="Manikandan G" userId="b99a787bb7f76f0b" providerId="LiveId" clId="{DD5C5B0A-FB44-4FC4-8B55-EBD0733E37E6}" dt="2022-04-25T06:49:59.521" v="1107" actId="27636"/>
          <ac:spMkLst>
            <pc:docMk/>
            <pc:sldMk cId="2765814779" sldId="1107"/>
            <ac:spMk id="4" creationId="{2313B5FD-744F-44E8-8981-DF741B706404}"/>
          </ac:spMkLst>
        </pc:spChg>
        <pc:spChg chg="mod">
          <ac:chgData name="Manikandan G" userId="b99a787bb7f76f0b" providerId="LiveId" clId="{DD5C5B0A-FB44-4FC4-8B55-EBD0733E37E6}" dt="2022-04-25T06:49:55.791" v="1104"/>
          <ac:spMkLst>
            <pc:docMk/>
            <pc:sldMk cId="2765814779" sldId="1107"/>
            <ac:spMk id="5" creationId="{D2F39DDE-2C36-4BA2-BDD1-FBC4FDFD29AF}"/>
          </ac:spMkLst>
        </pc:spChg>
      </pc:sldChg>
      <pc:sldChg chg="modSp add mod">
        <pc:chgData name="Manikandan G" userId="b99a787bb7f76f0b" providerId="LiveId" clId="{DD5C5B0A-FB44-4FC4-8B55-EBD0733E37E6}" dt="2022-04-25T06:57:00.309" v="1208" actId="14100"/>
        <pc:sldMkLst>
          <pc:docMk/>
          <pc:sldMk cId="3128796377" sldId="1108"/>
        </pc:sldMkLst>
        <pc:spChg chg="mod">
          <ac:chgData name="Manikandan G" userId="b99a787bb7f76f0b" providerId="LiveId" clId="{DD5C5B0A-FB44-4FC4-8B55-EBD0733E37E6}" dt="2022-04-25T06:57:00.309" v="1208" actId="14100"/>
          <ac:spMkLst>
            <pc:docMk/>
            <pc:sldMk cId="3128796377" sldId="1108"/>
            <ac:spMk id="2" creationId="{75DB0BDF-F717-434E-BAC4-8537147493F9}"/>
          </ac:spMkLst>
        </pc:spChg>
        <pc:spChg chg="mod">
          <ac:chgData name="Manikandan G" userId="b99a787bb7f76f0b" providerId="LiveId" clId="{DD5C5B0A-FB44-4FC4-8B55-EBD0733E37E6}" dt="2022-04-25T06:49:59.502" v="1106" actId="27636"/>
          <ac:spMkLst>
            <pc:docMk/>
            <pc:sldMk cId="3128796377" sldId="1108"/>
            <ac:spMk id="4" creationId="{2313B5FD-744F-44E8-8981-DF741B706404}"/>
          </ac:spMkLst>
        </pc:spChg>
      </pc:sldChg>
      <pc:sldChg chg="modSp add mod">
        <pc:chgData name="Manikandan G" userId="b99a787bb7f76f0b" providerId="LiveId" clId="{DD5C5B0A-FB44-4FC4-8B55-EBD0733E37E6}" dt="2022-04-25T07:15:35.924" v="1474" actId="14100"/>
        <pc:sldMkLst>
          <pc:docMk/>
          <pc:sldMk cId="46869397" sldId="1109"/>
        </pc:sldMkLst>
        <pc:spChg chg="mod">
          <ac:chgData name="Manikandan G" userId="b99a787bb7f76f0b" providerId="LiveId" clId="{DD5C5B0A-FB44-4FC4-8B55-EBD0733E37E6}" dt="2022-04-25T07:15:35.924" v="1474" actId="14100"/>
          <ac:spMkLst>
            <pc:docMk/>
            <pc:sldMk cId="46869397" sldId="1109"/>
            <ac:spMk id="2" creationId="{75DB0BDF-F717-434E-BAC4-8537147493F9}"/>
          </ac:spMkLst>
        </pc:spChg>
        <pc:spChg chg="mod">
          <ac:chgData name="Manikandan G" userId="b99a787bb7f76f0b" providerId="LiveId" clId="{DD5C5B0A-FB44-4FC4-8B55-EBD0733E37E6}" dt="2022-04-25T06:50:00.062" v="1109" actId="27636"/>
          <ac:spMkLst>
            <pc:docMk/>
            <pc:sldMk cId="46869397" sldId="1109"/>
            <ac:spMk id="4" creationId="{2313B5FD-744F-44E8-8981-DF741B706404}"/>
          </ac:spMkLst>
        </pc:spChg>
      </pc:sldChg>
      <pc:sldChg chg="modSp add mod">
        <pc:chgData name="Manikandan G" userId="b99a787bb7f76f0b" providerId="LiveId" clId="{DD5C5B0A-FB44-4FC4-8B55-EBD0733E37E6}" dt="2022-04-25T07:03:01.709" v="1325" actId="14100"/>
        <pc:sldMkLst>
          <pc:docMk/>
          <pc:sldMk cId="4114373324" sldId="1110"/>
        </pc:sldMkLst>
        <pc:spChg chg="mod">
          <ac:chgData name="Manikandan G" userId="b99a787bb7f76f0b" providerId="LiveId" clId="{DD5C5B0A-FB44-4FC4-8B55-EBD0733E37E6}" dt="2022-04-25T07:03:01.709" v="1325" actId="14100"/>
          <ac:spMkLst>
            <pc:docMk/>
            <pc:sldMk cId="4114373324" sldId="1110"/>
            <ac:spMk id="2" creationId="{75DB0BDF-F717-434E-BAC4-8537147493F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35CBAC3D-EBEE-4820-8663-E793D90DB177}" type="datetimeFigureOut">
              <a:rPr lang="en-IN" smtClean="0"/>
              <a:pPr/>
              <a:t>20-08-2025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5BE38153-F5C3-43E9-B1B3-6820974F76F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75206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65B566A5-67C5-4E3E-9C6E-79469278F95F}" type="datetimeFigureOut">
              <a:rPr lang="en-IN" smtClean="0"/>
              <a:pPr/>
              <a:t>20-08-2025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2838" y="720725"/>
            <a:ext cx="5089525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29FD433C-C65C-4D37-94B3-5A547A2C39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97834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0429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21482" algn="l" defTabSz="10429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42965" algn="l" defTabSz="10429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564447" algn="l" defTabSz="10429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085929" algn="l" defTabSz="10429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607412" algn="l" defTabSz="10429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128894" algn="l" defTabSz="10429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50376" algn="l" defTabSz="10429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171859" algn="l" defTabSz="10429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FD433C-C65C-4D37-94B3-5A547A2C3906}" type="slidenum">
              <a:rPr lang="en-IN" smtClean="0"/>
              <a:pPr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881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513" y="291031"/>
            <a:ext cx="9455993" cy="594000"/>
          </a:xfrm>
        </p:spPr>
        <p:txBody>
          <a:bodyPr/>
          <a:lstStyle>
            <a:lvl1pPr>
              <a:defRPr sz="2800" b="1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5AB7F9-AC6E-264A-ABA3-ECAE279924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66A362-4403-4718-B072-B01303837876}" type="slidenum">
              <a:rPr lang="en-US" smtClean="0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Date Placeholder 13">
            <a:extLst>
              <a:ext uri="{FF2B5EF4-FFF2-40B4-BE49-F238E27FC236}">
                <a16:creationId xmlns:a16="http://schemas.microsoft.com/office/drawing/2014/main" id="{3720F19A-5FB3-1949-8545-3A1B0C048B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559254" y="7149944"/>
            <a:ext cx="3118445" cy="402567"/>
          </a:xfrm>
          <a:prstGeom prst="rect">
            <a:avLst/>
          </a:prstGeom>
        </p:spPr>
        <p:txBody>
          <a:bodyPr vert="horz" anchor="ctr" anchorCtr="0"/>
          <a:lstStyle>
            <a:lvl1pPr algn="r">
              <a:lnSpc>
                <a:spcPct val="90000"/>
              </a:lnSpc>
              <a:defRPr sz="1300" b="1">
                <a:solidFill>
                  <a:srgbClr val="FF33CC"/>
                </a:solidFill>
                <a:latin typeface="Cambria" panose="02040503050406030204" pitchFamily="18" charset="0"/>
              </a:defRPr>
            </a:lvl1pPr>
            <a:extLst/>
          </a:lstStyle>
          <a:p>
            <a:pPr>
              <a:defRPr/>
            </a:pPr>
            <a:fld id="{F240E0A9-3677-4A89-B886-0D7A0049B8EA}" type="datetime4">
              <a:rPr lang="en-US" smtClean="0"/>
              <a:pPr>
                <a:defRPr/>
              </a:pPr>
              <a:t>August 20, 2025</a:t>
            </a:fld>
            <a:endParaRPr lang="en-US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8C9C595-C60F-184F-9C41-1753B9C8F6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340" y="7158696"/>
            <a:ext cx="6338983" cy="402567"/>
          </a:xfrm>
          <a:prstGeom prst="rect">
            <a:avLst/>
          </a:prstGeom>
        </p:spPr>
        <p:txBody>
          <a:bodyPr vert="horz" anchor="ctr"/>
          <a:lstStyle>
            <a:lvl1pPr algn="r">
              <a:lnSpc>
                <a:spcPct val="90000"/>
              </a:lnSpc>
              <a:defRPr sz="1300" b="1">
                <a:solidFill>
                  <a:srgbClr val="FF33CC"/>
                </a:solidFill>
                <a:latin typeface="Cambria" panose="02040503050406030204" pitchFamily="18" charset="0"/>
              </a:defRPr>
            </a:lvl1pPr>
            <a:extLst/>
          </a:lstStyle>
          <a:p>
            <a:pPr algn="l"/>
            <a:r>
              <a:rPr lang="en-US" dirty="0"/>
              <a:t>INT303 - Data Warehousing and Data Mining</a:t>
            </a:r>
          </a:p>
        </p:txBody>
      </p:sp>
    </p:spTree>
    <p:extLst>
      <p:ext uri="{BB962C8B-B14F-4D97-AF65-F5344CB8AC3E}">
        <p14:creationId xmlns:p14="http://schemas.microsoft.com/office/powerpoint/2010/main" val="3241175312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B384A0B-5B4E-7B4F-A1DD-97BD58611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513" y="1615407"/>
            <a:ext cx="9455993" cy="51816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B7D22E-3305-4B45-A1FC-BE6EA01CD9C2}"/>
              </a:ext>
            </a:extLst>
          </p:cNvPr>
          <p:cNvSpPr txBox="1">
            <a:spLocks/>
          </p:cNvSpPr>
          <p:nvPr userDrawn="1"/>
        </p:nvSpPr>
        <p:spPr>
          <a:xfrm>
            <a:off x="0" y="1114445"/>
            <a:ext cx="623689" cy="26954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2500" lnSpcReduction="10000"/>
          </a:bodyPr>
          <a:lstStyle>
            <a:defPPr>
              <a:defRPr lang="en-US"/>
            </a:defPPr>
            <a:lvl1pPr marL="0" algn="ctr" defTabSz="1042965" rtl="0" eaLnBrk="1" latinLnBrk="0" hangingPunct="1">
              <a:lnSpc>
                <a:spcPct val="90000"/>
              </a:lnSpc>
              <a:defRPr sz="1544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21482" algn="l" defTabSz="104296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2965" algn="l" defTabSz="104296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447" algn="l" defTabSz="104296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5929" algn="l" defTabSz="104296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412" algn="l" defTabSz="104296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8894" algn="l" defTabSz="104296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376" algn="l" defTabSz="104296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1859" algn="l" defTabSz="104296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2A66A362-4403-4718-B072-B0130383787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725ABBD-8E16-0D48-824E-37D35EC81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000">
                <a:solidFill>
                  <a:schemeClr val="accent3"/>
                </a:solidFill>
              </a:defRPr>
            </a:lvl1pPr>
          </a:lstStyle>
          <a:p>
            <a:pPr algn="l"/>
            <a:r>
              <a:rPr lang="en-US" dirty="0"/>
              <a:t>INT303 - Data Warehousing and Data Mining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B753758-7D46-0B40-90E4-3F43C612C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91506E9-B804-7446-A8D0-1199B0449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CAE695-C1EF-446D-BE04-2B118FFE0913}"/>
              </a:ext>
            </a:extLst>
          </p:cNvPr>
          <p:cNvSpPr txBox="1"/>
          <p:nvPr userDrawn="1"/>
        </p:nvSpPr>
        <p:spPr>
          <a:xfrm>
            <a:off x="7555706" y="7158696"/>
            <a:ext cx="27432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D21DF0D-4385-471A-92BE-800939700E4C}" type="datetime4">
              <a:rPr lang="en-US" sz="2000" b="1" smtClean="0">
                <a:solidFill>
                  <a:schemeClr val="accent3"/>
                </a:solidFill>
              </a:rPr>
              <a:t>August 20, 2025</a:t>
            </a:fld>
            <a:endParaRPr lang="en-IN" sz="2000" b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8721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12">
            <a:extLst>
              <a:ext uri="{FF2B5EF4-FFF2-40B4-BE49-F238E27FC236}">
                <a16:creationId xmlns:a16="http://schemas.microsoft.com/office/drawing/2014/main" id="{4333B64F-480F-D34E-BB06-CBB324F1067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90513" y="1615407"/>
            <a:ext cx="9455993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5717B1-01DE-3C46-815E-486929DC3A71}"/>
              </a:ext>
            </a:extLst>
          </p:cNvPr>
          <p:cNvSpPr/>
          <p:nvPr/>
        </p:nvSpPr>
        <p:spPr>
          <a:xfrm>
            <a:off x="-1" y="988672"/>
            <a:ext cx="10691813" cy="353559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90000"/>
              </a:lnSpc>
              <a:defRPr/>
            </a:pPr>
            <a:endParaRPr lang="en-US" sz="2233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932E74-6239-EB45-A51B-99C9B64956E5}"/>
              </a:ext>
            </a:extLst>
          </p:cNvPr>
          <p:cNvSpPr/>
          <p:nvPr/>
        </p:nvSpPr>
        <p:spPr>
          <a:xfrm>
            <a:off x="0" y="1113631"/>
            <a:ext cx="623689" cy="25204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90000"/>
              </a:lnSpc>
              <a:defRPr/>
            </a:pPr>
            <a:endParaRPr lang="en-US" sz="2233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CEEC0A-4651-074D-9DBF-29A685373E96}"/>
              </a:ext>
            </a:extLst>
          </p:cNvPr>
          <p:cNvSpPr/>
          <p:nvPr/>
        </p:nvSpPr>
        <p:spPr>
          <a:xfrm>
            <a:off x="690513" y="1113631"/>
            <a:ext cx="10001300" cy="25204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90000"/>
              </a:lnSpc>
              <a:defRPr/>
            </a:pPr>
            <a:endParaRPr lang="en-US" sz="2233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05F719D8-C720-5A4D-98DD-57D45DE85D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114445"/>
            <a:ext cx="623689" cy="26954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>
              <a:lnSpc>
                <a:spcPct val="90000"/>
              </a:lnSpc>
              <a:defRPr sz="1544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A2E3CA0-9883-9540-98C5-1942E9569F8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33" name="Title Placeholder 21">
            <a:extLst>
              <a:ext uri="{FF2B5EF4-FFF2-40B4-BE49-F238E27FC236}">
                <a16:creationId xmlns:a16="http://schemas.microsoft.com/office/drawing/2014/main" id="{32009DC9-9FD2-0D42-8988-31B77654CA2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517106" y="81247"/>
            <a:ext cx="7179179" cy="595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" name="Rectangle 19">
            <a:extLst>
              <a:ext uri="{FF2B5EF4-FFF2-40B4-BE49-F238E27FC236}">
                <a16:creationId xmlns:a16="http://schemas.microsoft.com/office/drawing/2014/main" id="{088306A4-48BB-3344-BB2A-291909DC35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7099186"/>
            <a:ext cx="10691813" cy="462077"/>
          </a:xfrm>
          <a:prstGeom prst="rect">
            <a:avLst/>
          </a:prstGeom>
          <a:solidFill>
            <a:srgbClr val="00A3C4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4296" tIns="52148" rIns="104296" bIns="52148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84BDA867-E76A-3949-A90A-07E966AF63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559254" y="7149944"/>
            <a:ext cx="3118445" cy="402567"/>
          </a:xfrm>
          <a:prstGeom prst="rect">
            <a:avLst/>
          </a:prstGeom>
        </p:spPr>
        <p:txBody>
          <a:bodyPr vert="horz" anchor="ctr" anchorCtr="0"/>
          <a:lstStyle>
            <a:lvl1pPr algn="r">
              <a:lnSpc>
                <a:spcPct val="90000"/>
              </a:lnSpc>
              <a:defRPr sz="1300" b="1">
                <a:solidFill>
                  <a:srgbClr val="FF33CC"/>
                </a:solidFill>
                <a:latin typeface="Cambria" panose="02040503050406030204" pitchFamily="18" charset="0"/>
              </a:defRPr>
            </a:lvl1pPr>
            <a:extLst/>
          </a:lstStyle>
          <a:p>
            <a:pPr>
              <a:defRPr/>
            </a:pPr>
            <a:fld id="{C60E0715-3F09-47B4-AA4E-1093D01BBD3E}" type="datetime4">
              <a:rPr lang="en-US" smtClean="0"/>
              <a:pPr>
                <a:defRPr/>
              </a:pPr>
              <a:t>August 20, 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FFBB5-71F6-644A-A8E1-9BDAFCA033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340" y="7158696"/>
            <a:ext cx="6338983" cy="402567"/>
          </a:xfrm>
          <a:prstGeom prst="rect">
            <a:avLst/>
          </a:prstGeom>
        </p:spPr>
        <p:txBody>
          <a:bodyPr vert="horz" anchor="ctr"/>
          <a:lstStyle>
            <a:lvl1pPr algn="r">
              <a:lnSpc>
                <a:spcPct val="90000"/>
              </a:lnSpc>
              <a:defRPr sz="1300" b="1">
                <a:solidFill>
                  <a:srgbClr val="FF33CC"/>
                </a:solidFill>
                <a:latin typeface="Cambria" panose="02040503050406030204" pitchFamily="18" charset="0"/>
              </a:defRPr>
            </a:lvl1pPr>
            <a:extLst/>
          </a:lstStyle>
          <a:p>
            <a:pPr algn="l"/>
            <a:r>
              <a:rPr lang="en-US" dirty="0"/>
              <a:t>INT303 - Data Warehousing and Data Mining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1A7B44-7FE8-418F-BD74-0092BBF2D1D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1" y="50855"/>
            <a:ext cx="1815045" cy="786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257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7" r:id="rId2"/>
  </p:sldLayoutIdLst>
  <p:transition>
    <p:zoom/>
  </p:transition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rgbClr val="FF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520">
          <a:solidFill>
            <a:schemeClr val="tx2"/>
          </a:solidFill>
          <a:latin typeface="Cambria" panose="02040503050406030204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520">
          <a:solidFill>
            <a:schemeClr val="tx2"/>
          </a:solidFill>
          <a:latin typeface="Cambria" panose="02040503050406030204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520">
          <a:solidFill>
            <a:schemeClr val="tx2"/>
          </a:solidFill>
          <a:latin typeface="Cambria" panose="02040503050406030204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520">
          <a:solidFill>
            <a:schemeClr val="tx2"/>
          </a:solidFill>
          <a:latin typeface="Cambria" panose="02040503050406030204" pitchFamily="18" charset="0"/>
        </a:defRPr>
      </a:lvl5pPr>
      <a:lvl6pPr marL="504070" algn="l" rtl="0" eaLnBrk="1" fontAlgn="base" hangingPunct="1">
        <a:spcBef>
          <a:spcPct val="0"/>
        </a:spcBef>
        <a:spcAft>
          <a:spcPct val="0"/>
        </a:spcAft>
        <a:defRPr sz="4631">
          <a:solidFill>
            <a:schemeClr val="tx2"/>
          </a:solidFill>
          <a:latin typeface="Tw Cen MT" panose="020B0602020104020603" pitchFamily="34" charset="77"/>
        </a:defRPr>
      </a:lvl6pPr>
      <a:lvl7pPr marL="1008138" algn="l" rtl="0" eaLnBrk="1" fontAlgn="base" hangingPunct="1">
        <a:spcBef>
          <a:spcPct val="0"/>
        </a:spcBef>
        <a:spcAft>
          <a:spcPct val="0"/>
        </a:spcAft>
        <a:defRPr sz="4631">
          <a:solidFill>
            <a:schemeClr val="tx2"/>
          </a:solidFill>
          <a:latin typeface="Tw Cen MT" panose="020B0602020104020603" pitchFamily="34" charset="77"/>
        </a:defRPr>
      </a:lvl7pPr>
      <a:lvl8pPr marL="1512208" algn="l" rtl="0" eaLnBrk="1" fontAlgn="base" hangingPunct="1">
        <a:spcBef>
          <a:spcPct val="0"/>
        </a:spcBef>
        <a:spcAft>
          <a:spcPct val="0"/>
        </a:spcAft>
        <a:defRPr sz="4631">
          <a:solidFill>
            <a:schemeClr val="tx2"/>
          </a:solidFill>
          <a:latin typeface="Tw Cen MT" panose="020B0602020104020603" pitchFamily="34" charset="77"/>
        </a:defRPr>
      </a:lvl8pPr>
      <a:lvl9pPr marL="2016277" algn="l" rtl="0" eaLnBrk="1" fontAlgn="base" hangingPunct="1">
        <a:spcBef>
          <a:spcPct val="0"/>
        </a:spcBef>
        <a:spcAft>
          <a:spcPct val="0"/>
        </a:spcAft>
        <a:defRPr sz="4631">
          <a:solidFill>
            <a:schemeClr val="tx2"/>
          </a:solidFill>
          <a:latin typeface="Tw Cen MT" panose="020B0602020104020603" pitchFamily="34" charset="77"/>
        </a:defRPr>
      </a:lvl9pPr>
      <a:extLst/>
    </p:titleStyle>
    <p:bodyStyle>
      <a:lvl1pPr marL="350044" indent="-350044" algn="l" rtl="0" eaLnBrk="1" fontAlgn="base" hangingPunct="1">
        <a:spcBef>
          <a:spcPts val="600"/>
        </a:spcBef>
        <a:spcAft>
          <a:spcPts val="600"/>
        </a:spcAft>
        <a:buClr>
          <a:schemeClr val="accent2"/>
        </a:buClr>
        <a:buSzPct val="60000"/>
        <a:buFont typeface="Wingdings" pitchFamily="2" charset="2"/>
        <a:buChar char="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03588" indent="-299288" algn="l" rtl="0" eaLnBrk="1" fontAlgn="base" hangingPunct="1">
        <a:spcBef>
          <a:spcPts val="600"/>
        </a:spcBef>
        <a:spcAft>
          <a:spcPts val="600"/>
        </a:spcAft>
        <a:buClr>
          <a:schemeClr val="accent1"/>
        </a:buClr>
        <a:buSzPct val="70000"/>
        <a:buFont typeface="Wingdings 2" pitchFamily="2" charset="2"/>
        <a:buChar char="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8126" indent="-252032" algn="l" rtl="0" eaLnBrk="1" fontAlgn="base" hangingPunct="1">
        <a:spcBef>
          <a:spcPts val="600"/>
        </a:spcBef>
        <a:spcAft>
          <a:spcPts val="600"/>
        </a:spcAft>
        <a:buClr>
          <a:schemeClr val="accent2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12189" indent="-252032" algn="l" rtl="0" eaLnBrk="1" fontAlgn="base" hangingPunct="1">
        <a:spcBef>
          <a:spcPts val="600"/>
        </a:spcBef>
        <a:spcAft>
          <a:spcPts val="600"/>
        </a:spcAft>
        <a:buClr>
          <a:srgbClr val="EB641B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16252" indent="-252032" algn="l" rtl="0" eaLnBrk="1" fontAlgn="base" hangingPunct="1">
        <a:spcBef>
          <a:spcPts val="600"/>
        </a:spcBef>
        <a:spcAft>
          <a:spcPts val="600"/>
        </a:spcAft>
        <a:buClr>
          <a:srgbClr val="39639D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318718" indent="-252035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sz="1985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621160" indent="-252035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1985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923602" indent="-252035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1985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226044" indent="-252035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1985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50407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1008138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512208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16277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20346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3024415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528486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4032555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602B13-7F08-EC4C-AF80-D0DA3B19C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en-US" sz="2600" dirty="0"/>
              <a:t>Classification: Basic Concepts</a:t>
            </a:r>
          </a:p>
          <a:p>
            <a:pPr lvl="1">
              <a:lnSpc>
                <a:spcPct val="130000"/>
              </a:lnSpc>
            </a:pPr>
            <a:r>
              <a:rPr lang="en-US" altLang="en-US" sz="2600" dirty="0"/>
              <a:t>Bayes Classification Methods</a:t>
            </a:r>
          </a:p>
          <a:p>
            <a:endParaRPr lang="en-GB" sz="2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595480-A81B-334C-86AE-6B9BDDE82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INT303 - Data Warehousing and Data Mining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709806-C5D9-724A-93E5-DA08406E0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1</a:t>
            </a:fld>
            <a:endParaRPr lang="en-US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04ABE76-0DA7-FB42-AF93-862A7640A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106" y="157823"/>
            <a:ext cx="7179179" cy="595282"/>
          </a:xfrm>
        </p:spPr>
        <p:txBody>
          <a:bodyPr/>
          <a:lstStyle/>
          <a:p>
            <a:r>
              <a:rPr lang="en-US" altLang="en-US" dirty="0"/>
              <a:t>Classification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1554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BB696B-35BF-FA4C-B22B-30DB2C9CE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476" y="1570831"/>
            <a:ext cx="9743630" cy="5257800"/>
          </a:xfrm>
        </p:spPr>
        <p:txBody>
          <a:bodyPr/>
          <a:lstStyle/>
          <a:p>
            <a:pPr algn="just"/>
            <a:r>
              <a:rPr lang="en-US" sz="2600" dirty="0">
                <a:solidFill>
                  <a:srgbClr val="00B050"/>
                </a:solidFill>
              </a:rPr>
              <a:t>Bayesian classifiers are </a:t>
            </a:r>
            <a:r>
              <a:rPr lang="en-US" sz="2600" b="1" dirty="0">
                <a:solidFill>
                  <a:srgbClr val="00B050"/>
                </a:solidFill>
              </a:rPr>
              <a:t>statistical classifiers. </a:t>
            </a:r>
          </a:p>
          <a:p>
            <a:pPr algn="just"/>
            <a:r>
              <a:rPr lang="en-US" sz="2600" dirty="0">
                <a:solidFill>
                  <a:srgbClr val="00B050"/>
                </a:solidFill>
              </a:rPr>
              <a:t>They can predict </a:t>
            </a:r>
            <a:r>
              <a:rPr lang="en-US" sz="2600" b="1" dirty="0">
                <a:solidFill>
                  <a:srgbClr val="00B050"/>
                </a:solidFill>
              </a:rPr>
              <a:t>class membership probabilities </a:t>
            </a:r>
            <a:r>
              <a:rPr lang="en-US" sz="2600" dirty="0">
                <a:solidFill>
                  <a:srgbClr val="00B050"/>
                </a:solidFill>
              </a:rPr>
              <a:t>such as the probability that a given tuple belongs to a particular class.</a:t>
            </a:r>
            <a:endParaRPr lang="en-US" sz="2600" dirty="0"/>
          </a:p>
          <a:p>
            <a:pPr algn="just"/>
            <a:r>
              <a:rPr lang="en-US" sz="2600" dirty="0"/>
              <a:t>The crux of the classifier is based on the </a:t>
            </a:r>
            <a:r>
              <a:rPr lang="en-US" sz="2600" b="1" dirty="0">
                <a:solidFill>
                  <a:schemeClr val="accent3"/>
                </a:solidFill>
              </a:rPr>
              <a:t>Bayes theorem.</a:t>
            </a:r>
            <a:endParaRPr lang="en-US" sz="2600" dirty="0">
              <a:solidFill>
                <a:srgbClr val="FF0000"/>
              </a:solidFill>
            </a:endParaRPr>
          </a:p>
          <a:p>
            <a:pPr algn="just"/>
            <a:r>
              <a:rPr lang="en-US" sz="2600" dirty="0"/>
              <a:t>Studies comparing classification algorithms have found a simple Bayesian classifier known as the naive Bayesian classifier </a:t>
            </a:r>
            <a:r>
              <a:rPr lang="en-US" sz="2600" b="1" dirty="0">
                <a:solidFill>
                  <a:srgbClr val="FF33CC"/>
                </a:solidFill>
              </a:rPr>
              <a:t>to be comparable in performance with decision tree and selected neural network classifiers. </a:t>
            </a:r>
            <a:endParaRPr lang="en-US" sz="2600" dirty="0"/>
          </a:p>
          <a:p>
            <a:pPr algn="just"/>
            <a:r>
              <a:rPr lang="en-US" sz="2600" dirty="0"/>
              <a:t>Bayesian classifiers have also exhibited </a:t>
            </a:r>
            <a:r>
              <a:rPr lang="en-US" sz="2600" b="1" dirty="0">
                <a:solidFill>
                  <a:srgbClr val="7030A0"/>
                </a:solidFill>
              </a:rPr>
              <a:t>high accuracy and speed</a:t>
            </a:r>
            <a:r>
              <a:rPr lang="en-US" sz="2600" dirty="0"/>
              <a:t> when applied to large databases.</a:t>
            </a:r>
            <a:endParaRPr lang="en-IN" sz="2600" dirty="0"/>
          </a:p>
          <a:p>
            <a:pPr algn="just"/>
            <a:endParaRPr lang="en-GB" sz="2600" dirty="0">
              <a:solidFill>
                <a:srgbClr val="FF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30600D-9116-4849-BC36-F38C265E5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INT303 - Data Warehousing and Data Mining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E76D66-FB0B-1846-94AE-821C29E75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2</a:t>
            </a:fld>
            <a:endParaRPr lang="en-US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42FDE97-76AB-C84C-81BA-B9061A35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are Bayesian classifiers?</a:t>
            </a:r>
          </a:p>
        </p:txBody>
      </p:sp>
    </p:spTree>
    <p:extLst>
      <p:ext uri="{BB962C8B-B14F-4D97-AF65-F5344CB8AC3E}">
        <p14:creationId xmlns:p14="http://schemas.microsoft.com/office/powerpoint/2010/main" val="109711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08F959-21DD-4DBA-B869-2B79B2370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513" y="2790031"/>
            <a:ext cx="9455993" cy="3155825"/>
          </a:xfrm>
        </p:spPr>
        <p:txBody>
          <a:bodyPr/>
          <a:lstStyle/>
          <a:p>
            <a:r>
              <a:rPr lang="en-US" sz="2400" dirty="0"/>
              <a:t>Using Bayes theorem,</a:t>
            </a:r>
          </a:p>
          <a:p>
            <a:pPr lvl="1"/>
            <a:r>
              <a:rPr lang="en-US" sz="2400" dirty="0"/>
              <a:t>we can find the probability of A happening, given that B has occurred. </a:t>
            </a:r>
          </a:p>
          <a:p>
            <a:r>
              <a:rPr lang="en-US" sz="2400" dirty="0"/>
              <a:t>Here, </a:t>
            </a:r>
          </a:p>
          <a:p>
            <a:pPr lvl="1"/>
            <a:r>
              <a:rPr lang="en-US" sz="2400" dirty="0"/>
              <a:t>B is the evidence</a:t>
            </a:r>
          </a:p>
          <a:p>
            <a:pPr lvl="1"/>
            <a:r>
              <a:rPr lang="en-US" sz="2400" dirty="0"/>
              <a:t> A is the hypothesis.  </a:t>
            </a:r>
            <a:endParaRPr lang="en-US" altLang="en-US" sz="2400" dirty="0"/>
          </a:p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98DC0-B4BE-4771-938B-755FC8513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INT303 - Data Warehousing and Data Mining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198C24-79AA-4E0A-8867-251F6C557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3</a:t>
            </a:fld>
            <a:endParaRPr lang="en-US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6512EC6-193C-4316-B699-E0E5B26A3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Bayes Theorem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AF3B88-DBA2-4442-9E5F-62477418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306" y="1615407"/>
            <a:ext cx="485775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672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08F959-21DD-4DBA-B869-2B79B2370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513" y="2790031"/>
            <a:ext cx="9455993" cy="3886200"/>
          </a:xfrm>
        </p:spPr>
        <p:txBody>
          <a:bodyPr/>
          <a:lstStyle/>
          <a:p>
            <a:pPr algn="just"/>
            <a:r>
              <a:rPr lang="en-US" sz="2400" dirty="0"/>
              <a:t>Here, </a:t>
            </a:r>
          </a:p>
          <a:p>
            <a:pPr lvl="1" algn="just"/>
            <a:r>
              <a:rPr lang="en-US" sz="2400" dirty="0"/>
              <a:t>B is the evidence – data sample </a:t>
            </a:r>
          </a:p>
          <a:p>
            <a:pPr lvl="1" algn="just"/>
            <a:r>
              <a:rPr lang="en-US" sz="2400" dirty="0"/>
              <a:t> A is the hypothesis.  - A</a:t>
            </a:r>
            <a:r>
              <a:rPr lang="en-US" altLang="en-US" sz="2400" dirty="0"/>
              <a:t> belongs to class C </a:t>
            </a:r>
          </a:p>
          <a:p>
            <a:pPr algn="just"/>
            <a:r>
              <a:rPr lang="en-US" altLang="en-US" sz="2400" dirty="0"/>
              <a:t>Classification is to determine </a:t>
            </a:r>
            <a:r>
              <a:rPr lang="en-US" altLang="en-US" sz="2400" dirty="0">
                <a:solidFill>
                  <a:srgbClr val="FF0000"/>
                </a:solidFill>
              </a:rPr>
              <a:t>P(A|</a:t>
            </a:r>
            <a:r>
              <a:rPr lang="en-US" altLang="en-US" sz="2400" b="1" dirty="0">
                <a:solidFill>
                  <a:srgbClr val="FF0000"/>
                </a:solidFill>
              </a:rPr>
              <a:t>B</a:t>
            </a:r>
            <a:r>
              <a:rPr lang="en-US" altLang="en-US" sz="2400" dirty="0">
                <a:solidFill>
                  <a:srgbClr val="FF0000"/>
                </a:solidFill>
              </a:rPr>
              <a:t>), (i.e., </a:t>
            </a:r>
            <a:r>
              <a:rPr lang="en-US" altLang="en-US" sz="2400" i="1" dirty="0">
                <a:solidFill>
                  <a:srgbClr val="FF0000"/>
                </a:solidFill>
              </a:rPr>
              <a:t>posteriori probability): 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sz="2400" dirty="0"/>
              <a:t>the probability that the hypothesis holds given the observed data sample </a:t>
            </a:r>
            <a:r>
              <a:rPr lang="en-US" altLang="en-US" sz="2400" b="1" dirty="0"/>
              <a:t>B</a:t>
            </a:r>
          </a:p>
          <a:p>
            <a:pPr algn="just"/>
            <a:r>
              <a:rPr lang="en-US" altLang="en-US" sz="2400" dirty="0">
                <a:solidFill>
                  <a:srgbClr val="FF0000"/>
                </a:solidFill>
              </a:rPr>
              <a:t>P(A) (</a:t>
            </a:r>
            <a:r>
              <a:rPr lang="en-US" altLang="en-US" sz="2400" i="1" dirty="0">
                <a:solidFill>
                  <a:srgbClr val="FF0000"/>
                </a:solidFill>
              </a:rPr>
              <a:t>prior probability</a:t>
            </a:r>
            <a:r>
              <a:rPr lang="en-US" altLang="en-US" sz="2400" dirty="0">
                <a:solidFill>
                  <a:srgbClr val="FF0000"/>
                </a:solidFill>
              </a:rPr>
              <a:t>): </a:t>
            </a:r>
            <a:r>
              <a:rPr lang="en-US" altLang="en-US" sz="2400" dirty="0"/>
              <a:t>the initial probability</a:t>
            </a:r>
          </a:p>
          <a:p>
            <a:pPr lvl="1" algn="just"/>
            <a:r>
              <a:rPr lang="en-US" altLang="en-US" sz="2400" dirty="0"/>
              <a:t>E.g.,</a:t>
            </a:r>
            <a:r>
              <a:rPr lang="en-US" altLang="en-US" sz="2400" b="1" dirty="0"/>
              <a:t> B</a:t>
            </a:r>
            <a:r>
              <a:rPr lang="en-US" altLang="en-US" sz="2400" dirty="0"/>
              <a:t> will buy computer, regardless of age, income, …</a:t>
            </a:r>
          </a:p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98DC0-B4BE-4771-938B-755FC8513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INT303 - Data Warehousing and Data Mining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198C24-79AA-4E0A-8867-251F6C557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4</a:t>
            </a:fld>
            <a:endParaRPr lang="en-US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6512EC6-193C-4316-B699-E0E5B26A3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Bayes Theorem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AF3B88-DBA2-4442-9E5F-62477418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306" y="1615407"/>
            <a:ext cx="485775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3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4ED402-A141-AC1E-766D-732C30768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INT303 - Data Warehousing and Data Mining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1EA95-7D60-52D2-9120-C2E2A4323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5</a:t>
            </a:fld>
            <a:endParaRPr lang="en-US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84BA06E-AE1B-21AD-28FF-5934EFC4D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06" y="289751"/>
            <a:ext cx="8093579" cy="595282"/>
          </a:xfrm>
        </p:spPr>
        <p:txBody>
          <a:bodyPr/>
          <a:lstStyle/>
          <a:p>
            <a:r>
              <a:rPr lang="en-IN" dirty="0"/>
              <a:t>https://deepai.org/machine-learning-glossary-and-terms/posterior-probability</a:t>
            </a:r>
          </a:p>
        </p:txBody>
      </p:sp>
      <p:pic>
        <p:nvPicPr>
          <p:cNvPr id="1026" name="Picture 2" descr="Posterior Probability Definition | DeepAI">
            <a:extLst>
              <a:ext uri="{FF2B5EF4-FFF2-40B4-BE49-F238E27FC236}">
                <a16:creationId xmlns:a16="http://schemas.microsoft.com/office/drawing/2014/main" id="{1325AC5B-B1CD-FD4C-6BEE-43EE1110CE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906" y="1647031"/>
            <a:ext cx="8915399" cy="5029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8702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30600D-9116-4849-BC36-F38C265E5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INT303 - Data Warehousing and Data Mining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E76D66-FB0B-1846-94AE-821C29E75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6</a:t>
            </a:fld>
            <a:endParaRPr lang="en-US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42FDE97-76AB-C84C-81BA-B9061A35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Naïve </a:t>
            </a:r>
            <a:r>
              <a:rPr lang="en-GB" dirty="0" err="1"/>
              <a:t>Baye’s</a:t>
            </a:r>
            <a:r>
              <a:rPr lang="en-GB" dirty="0"/>
              <a:t> Classifier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2774EC9-BF4C-0E4F-A2FC-97DF53FB1058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 bwMode="auto">
          <a:xfrm>
            <a:off x="773906" y="1383989"/>
            <a:ext cx="9601200" cy="5520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9090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BB696B-35BF-FA4C-B22B-30DB2C9CE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sz="2400" dirty="0"/>
              <a:t>Assume that </a:t>
            </a:r>
            <a:r>
              <a:rPr lang="en-IN" sz="2400" dirty="0">
                <a:solidFill>
                  <a:srgbClr val="FF0000"/>
                </a:solidFill>
              </a:rPr>
              <a:t>no pair of features are dependent</a:t>
            </a:r>
            <a:r>
              <a:rPr lang="en-IN" sz="2400" dirty="0"/>
              <a:t>.</a:t>
            </a:r>
          </a:p>
          <a:p>
            <a:pPr lvl="1" algn="just"/>
            <a:r>
              <a:rPr lang="en-IN" sz="2400" dirty="0"/>
              <a:t> For example, the temperature being ‘Hot’ has nothing to do with the humidity or the outlook being ‘Rainy’ has no effect on the winds. </a:t>
            </a:r>
          </a:p>
          <a:p>
            <a:pPr lvl="1" algn="just"/>
            <a:r>
              <a:rPr lang="en-IN" sz="2400" dirty="0">
                <a:solidFill>
                  <a:srgbClr val="FF0000"/>
                </a:solidFill>
              </a:rPr>
              <a:t>Hence, the features are assumed to be </a:t>
            </a:r>
            <a:r>
              <a:rPr lang="en-IN" sz="2400" b="1" dirty="0">
                <a:solidFill>
                  <a:srgbClr val="FF0000"/>
                </a:solidFill>
              </a:rPr>
              <a:t>independent</a:t>
            </a:r>
            <a:r>
              <a:rPr lang="en-IN" sz="2400" dirty="0">
                <a:solidFill>
                  <a:srgbClr val="FF0000"/>
                </a:solidFill>
              </a:rPr>
              <a:t>.</a:t>
            </a:r>
          </a:p>
          <a:p>
            <a:pPr algn="just"/>
            <a:endParaRPr lang="en-IN" sz="2400" dirty="0"/>
          </a:p>
          <a:p>
            <a:pPr algn="just"/>
            <a:r>
              <a:rPr lang="en-IN" sz="2400" dirty="0"/>
              <a:t>Secondly, </a:t>
            </a:r>
            <a:r>
              <a:rPr lang="en-IN" sz="2400" dirty="0">
                <a:solidFill>
                  <a:srgbClr val="FF0000"/>
                </a:solidFill>
              </a:rPr>
              <a:t>each feature is given the same weight(or importance). </a:t>
            </a:r>
          </a:p>
          <a:p>
            <a:pPr lvl="1" algn="just"/>
            <a:r>
              <a:rPr lang="en-IN" sz="2400" dirty="0"/>
              <a:t>For example, knowing only temperature and humidity alone can’t predict the outcome accurately.</a:t>
            </a:r>
          </a:p>
          <a:p>
            <a:pPr lvl="1" algn="just"/>
            <a:r>
              <a:rPr lang="en-IN" sz="2400" dirty="0"/>
              <a:t> None of the attributes is irrelevant and assumed to be </a:t>
            </a:r>
            <a:r>
              <a:rPr lang="en-IN" sz="2400" dirty="0">
                <a:solidFill>
                  <a:srgbClr val="FF0000"/>
                </a:solidFill>
              </a:rPr>
              <a:t>contributing </a:t>
            </a:r>
            <a:r>
              <a:rPr lang="en-IN" sz="2400" b="1" dirty="0">
                <a:solidFill>
                  <a:srgbClr val="FF0000"/>
                </a:solidFill>
              </a:rPr>
              <a:t>equally</a:t>
            </a:r>
            <a:r>
              <a:rPr lang="en-IN" sz="2400" dirty="0">
                <a:solidFill>
                  <a:srgbClr val="FF0000"/>
                </a:solidFill>
              </a:rPr>
              <a:t> to the outcome.</a:t>
            </a:r>
          </a:p>
          <a:p>
            <a:pPr algn="just"/>
            <a:endParaRPr lang="en-GB" sz="1800" dirty="0">
              <a:solidFill>
                <a:srgbClr val="FF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30600D-9116-4849-BC36-F38C265E5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INT303 - Data Warehousing and Data Mining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E76D66-FB0B-1846-94AE-821C29E75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7</a:t>
            </a:fld>
            <a:endParaRPr lang="en-US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42FDE97-76AB-C84C-81BA-B9061A35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Naïve </a:t>
            </a:r>
            <a:r>
              <a:rPr lang="en-GB" dirty="0" err="1"/>
              <a:t>Baye’s</a:t>
            </a:r>
            <a:r>
              <a:rPr lang="en-GB" dirty="0"/>
              <a:t> Classifier</a:t>
            </a:r>
          </a:p>
        </p:txBody>
      </p:sp>
    </p:spTree>
    <p:extLst>
      <p:ext uri="{BB962C8B-B14F-4D97-AF65-F5344CB8AC3E}">
        <p14:creationId xmlns:p14="http://schemas.microsoft.com/office/powerpoint/2010/main" val="3195338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08F959-21DD-4DBA-B869-2B79B2370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According to this example, Bayes theorem can be rewritten as: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variable y is the class variable(play tennis), which represents if it is suitable to play tennis or not given the conditions. </a:t>
            </a:r>
          </a:p>
          <a:p>
            <a:r>
              <a:rPr lang="en-US" dirty="0"/>
              <a:t>Variable X represent the parameters/features.</a:t>
            </a:r>
          </a:p>
          <a:p>
            <a:pPr algn="l"/>
            <a:r>
              <a:rPr lang="en-IN" b="1" i="0" dirty="0">
                <a:solidFill>
                  <a:srgbClr val="292929"/>
                </a:solidFill>
                <a:effectLst/>
                <a:latin typeface="charter"/>
              </a:rPr>
              <a:t>X</a:t>
            </a:r>
            <a:r>
              <a:rPr lang="en-IN" b="0" i="0" dirty="0">
                <a:solidFill>
                  <a:srgbClr val="292929"/>
                </a:solidFill>
                <a:effectLst/>
                <a:latin typeface="charter"/>
              </a:rPr>
              <a:t> is given as,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98DC0-B4BE-4771-938B-755FC8513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INT303 - Data Warehousing and Data Mining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198C24-79AA-4E0A-8867-251F6C557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8</a:t>
            </a:fld>
            <a:endParaRPr lang="en-US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6512EC6-193C-4316-B699-E0E5B26A3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Naïve </a:t>
            </a:r>
            <a:r>
              <a:rPr lang="en-GB" dirty="0" err="1"/>
              <a:t>Baye’s</a:t>
            </a:r>
            <a:r>
              <a:rPr lang="en-GB" dirty="0"/>
              <a:t> Classifier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5C6242-A3E9-4214-98F1-8F494F7C6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306" y="2332831"/>
            <a:ext cx="4610100" cy="1028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E58407-77A3-441E-B5C1-F13687CA2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6506" y="5692303"/>
            <a:ext cx="5181600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435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08F959-21DD-4DBA-B869-2B79B2370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595" y="1570831"/>
            <a:ext cx="9455993" cy="5181600"/>
          </a:xfrm>
        </p:spPr>
        <p:txBody>
          <a:bodyPr/>
          <a:lstStyle/>
          <a:p>
            <a:r>
              <a:rPr lang="en-US" dirty="0"/>
              <a:t>Here x_1,x_2….</a:t>
            </a:r>
            <a:r>
              <a:rPr lang="en-US" dirty="0" err="1"/>
              <a:t>x_n</a:t>
            </a:r>
            <a:r>
              <a:rPr lang="en-US" dirty="0"/>
              <a:t> represent the features, </a:t>
            </a:r>
            <a:r>
              <a:rPr lang="en-US" dirty="0" err="1"/>
              <a:t>i.e</a:t>
            </a:r>
            <a:r>
              <a:rPr lang="en-US" dirty="0"/>
              <a:t> they can be mapped to outlook, temperature, humidity and windy. </a:t>
            </a:r>
          </a:p>
          <a:p>
            <a:r>
              <a:rPr lang="en-US" dirty="0"/>
              <a:t>By substituting for X  we get,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Now, you can obtain the values for each by looking at the dataset and substitute them into the equation. </a:t>
            </a:r>
          </a:p>
          <a:p>
            <a:r>
              <a:rPr lang="en-US" dirty="0"/>
              <a:t>For all entries in the dataset, the denominator does not change, it remain static.</a:t>
            </a:r>
          </a:p>
          <a:p>
            <a:r>
              <a:rPr lang="en-US" dirty="0"/>
              <a:t>Therefore, the denominator can be removed and a proportionality can be introduced.</a:t>
            </a:r>
          </a:p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98DC0-B4BE-4771-938B-755FC8513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INT303 - Data Warehousing and Data Mining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198C24-79AA-4E0A-8867-251F6C557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9</a:t>
            </a:fld>
            <a:endParaRPr lang="en-US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6512EC6-193C-4316-B699-E0E5B26A3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Naïve </a:t>
            </a:r>
            <a:r>
              <a:rPr lang="en-GB" dirty="0" err="1"/>
              <a:t>Baye’s</a:t>
            </a:r>
            <a:r>
              <a:rPr lang="en-GB" dirty="0"/>
              <a:t> Classifier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8B022A-276E-4E6F-B507-77A0C8E15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756" y="2883221"/>
            <a:ext cx="92583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009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F5FA031-7676-4006-A0E6-F7C20D5432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1606" y="1951831"/>
            <a:ext cx="7848600" cy="8382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98DC0-B4BE-4771-938B-755FC8513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INT303 - Data Warehousing and Data Mining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198C24-79AA-4E0A-8867-251F6C557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10</a:t>
            </a:fld>
            <a:endParaRPr lang="en-US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6512EC6-193C-4316-B699-E0E5B26A3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Naïve </a:t>
            </a:r>
            <a:r>
              <a:rPr lang="en-GB" dirty="0" err="1"/>
              <a:t>Baye’s</a:t>
            </a:r>
            <a:r>
              <a:rPr lang="en-GB" dirty="0"/>
              <a:t> Classifier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947725-D225-4111-B368-7EEDC6DB42BD}"/>
              </a:ext>
            </a:extLst>
          </p:cNvPr>
          <p:cNvSpPr txBox="1"/>
          <p:nvPr/>
        </p:nvSpPr>
        <p:spPr>
          <a:xfrm>
            <a:off x="850106" y="2982693"/>
            <a:ext cx="952500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In our case, the class variable(</a:t>
            </a:r>
            <a:r>
              <a:rPr lang="en-US" b="1" i="0" dirty="0">
                <a:solidFill>
                  <a:srgbClr val="292929"/>
                </a:solidFill>
                <a:effectLst/>
                <a:latin typeface="charter"/>
              </a:rPr>
              <a:t>y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) has only two outcomes, yes or no.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There could be cases where the classification could be multivariate.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Therefore, we need to find the class </a:t>
            </a:r>
            <a:r>
              <a:rPr lang="en-US" b="1" i="0" dirty="0">
                <a:solidFill>
                  <a:srgbClr val="292929"/>
                </a:solidFill>
                <a:effectLst/>
                <a:latin typeface="charter"/>
              </a:rPr>
              <a:t>y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 with maximum probability.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84CB98-340F-4378-ADD3-7FA518283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606" y="4401459"/>
            <a:ext cx="7124700" cy="8001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D70A468-01A7-482E-BCF6-DA62FC04B7BC}"/>
              </a:ext>
            </a:extLst>
          </p:cNvPr>
          <p:cNvSpPr txBox="1"/>
          <p:nvPr/>
        </p:nvSpPr>
        <p:spPr>
          <a:xfrm>
            <a:off x="850106" y="5586161"/>
            <a:ext cx="94488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Using the above function, we can obtain the class, given the predictors.</a:t>
            </a:r>
            <a:endParaRPr lang="en-US" b="1" i="0" dirty="0">
              <a:solidFill>
                <a:srgbClr val="292929"/>
              </a:solidFill>
              <a:effectLst/>
              <a:latin typeface="sohne"/>
            </a:endParaRPr>
          </a:p>
        </p:txBody>
      </p:sp>
    </p:spTree>
    <p:extLst>
      <p:ext uri="{BB962C8B-B14F-4D97-AF65-F5344CB8AC3E}">
        <p14:creationId xmlns:p14="http://schemas.microsoft.com/office/powerpoint/2010/main" val="4195052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70F42B-C133-EF48-91A0-BC24B1702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INT303 - Data Warehousing and Data Mining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08D8C0-2361-9847-93A2-7E62A5957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11</a:t>
            </a:fld>
            <a:endParaRPr lang="en-US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34151E6-FEC5-3040-B4BB-BF52659FD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CA6522-973C-3B41-A376-54510771EE72}"/>
              </a:ext>
            </a:extLst>
          </p:cNvPr>
          <p:cNvSpPr/>
          <p:nvPr/>
        </p:nvSpPr>
        <p:spPr>
          <a:xfrm>
            <a:off x="517069" y="2062619"/>
            <a:ext cx="3000038" cy="31130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sz="2000" dirty="0"/>
              <a:t>Class: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sz="2000" dirty="0"/>
              <a:t>C1:playtennis = ‘yes’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sz="2000" dirty="0"/>
              <a:t>C2:playtennis = ‘no’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endParaRPr lang="en-US" altLang="en-US" sz="2000" dirty="0"/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sz="2000" dirty="0"/>
              <a:t>Data to be classified: 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sz="2000" dirty="0">
                <a:solidFill>
                  <a:srgbClr val="FF33CC"/>
                </a:solidFill>
              </a:rPr>
              <a:t>X = (outlook =sunny, 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sz="2000" dirty="0">
                <a:solidFill>
                  <a:srgbClr val="FF33CC"/>
                </a:solidFill>
              </a:rPr>
              <a:t>Temperature = mild,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sz="2000" dirty="0">
                <a:solidFill>
                  <a:srgbClr val="FF33CC"/>
                </a:solidFill>
              </a:rPr>
              <a:t>Humidity= normal,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sz="2000" dirty="0">
                <a:solidFill>
                  <a:srgbClr val="FF33CC"/>
                </a:solidFill>
              </a:rPr>
              <a:t>Windy=weak)</a:t>
            </a:r>
          </a:p>
        </p:txBody>
      </p:sp>
      <p:pic>
        <p:nvPicPr>
          <p:cNvPr id="9" name="Content Placeholder 6">
            <a:extLst>
              <a:ext uri="{FF2B5EF4-FFF2-40B4-BE49-F238E27FC236}">
                <a16:creationId xmlns:a16="http://schemas.microsoft.com/office/drawing/2014/main" id="{31F79159-B63B-403C-8F54-10C9D8284B79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 bwMode="auto">
          <a:xfrm>
            <a:off x="3669506" y="1510922"/>
            <a:ext cx="6705600" cy="552084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8789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C0BAF4-4AB2-4290-924C-2B3812942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513" y="1615407"/>
            <a:ext cx="9455993" cy="2546224"/>
          </a:xfrm>
        </p:spPr>
        <p:txBody>
          <a:bodyPr/>
          <a:lstStyle/>
          <a:p>
            <a:r>
              <a:rPr lang="en-IN" sz="3200" u="sng" dirty="0">
                <a:solidFill>
                  <a:schemeClr val="accent3"/>
                </a:solidFill>
              </a:rPr>
              <a:t>Prior Probability</a:t>
            </a:r>
          </a:p>
          <a:p>
            <a:endParaRPr lang="en-IN" sz="32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sz="3200" dirty="0"/>
              <a:t>P(C</a:t>
            </a:r>
            <a:r>
              <a:rPr lang="en-US" altLang="en-US" sz="3200" baseline="-25000" dirty="0"/>
              <a:t>i</a:t>
            </a:r>
            <a:r>
              <a:rPr lang="en-US" altLang="en-US" sz="3200" dirty="0"/>
              <a:t>):    P(</a:t>
            </a:r>
            <a:r>
              <a:rPr lang="en-US" altLang="en-US" sz="3200" dirty="0" err="1"/>
              <a:t>playtennis</a:t>
            </a:r>
            <a:r>
              <a:rPr lang="en-US" altLang="en-US" sz="3200" dirty="0"/>
              <a:t> = “yes”)  = 9/14 = 0.643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200" dirty="0"/>
              <a:t>                   P(</a:t>
            </a:r>
            <a:r>
              <a:rPr lang="en-US" altLang="en-US" sz="3200" dirty="0" err="1"/>
              <a:t>playtennis</a:t>
            </a:r>
            <a:r>
              <a:rPr lang="en-US" altLang="en-US" sz="3200" dirty="0"/>
              <a:t> = “no”) = 5/14= 0.357</a:t>
            </a:r>
            <a:endParaRPr lang="en-IN" sz="3200" dirty="0"/>
          </a:p>
          <a:p>
            <a:endParaRPr lang="en-IN" sz="3200" dirty="0"/>
          </a:p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ACFB60-8FF8-4878-8DED-54C8AD367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INT303 - Data Warehousing and Data Mining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D7EA9-9F72-499D-B156-882CA96E1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12</a:t>
            </a:fld>
            <a:endParaRPr lang="en-US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674FB6-6270-466A-9667-F6FE9150C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0785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C0BAF4-4AB2-4290-924C-2B3812942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513" y="1615407"/>
            <a:ext cx="9455993" cy="793624"/>
          </a:xfrm>
        </p:spPr>
        <p:txBody>
          <a:bodyPr/>
          <a:lstStyle/>
          <a:p>
            <a:r>
              <a:rPr lang="en-IN" sz="3200" u="sng" dirty="0"/>
              <a:t>Conditional Probability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ACFB60-8FF8-4878-8DED-54C8AD367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INT303 - Data Warehousing and Data Mining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D7EA9-9F72-499D-B156-882CA96E1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13</a:t>
            </a:fld>
            <a:endParaRPr lang="en-US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674FB6-6270-466A-9667-F6FE9150C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7086FA-9F6C-4DFD-8EB9-371CF2C41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506" y="2509044"/>
            <a:ext cx="9067799" cy="409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24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C0BAF4-4AB2-4290-924C-2B3812942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513" y="1615407"/>
            <a:ext cx="6484193" cy="51816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sz="2000" dirty="0"/>
              <a:t>Compute P(</a:t>
            </a:r>
            <a:r>
              <a:rPr lang="en-US" altLang="en-US" sz="2000" dirty="0" err="1"/>
              <a:t>X|C</a:t>
            </a:r>
            <a:r>
              <a:rPr lang="en-US" altLang="en-US" sz="2000" baseline="-25000" dirty="0" err="1"/>
              <a:t>i</a:t>
            </a:r>
            <a:r>
              <a:rPr lang="en-US" altLang="en-US" sz="2000" dirty="0"/>
              <a:t>) for each class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/>
              <a:t>P(outlook =“sunny” | </a:t>
            </a:r>
            <a:r>
              <a:rPr lang="en-US" altLang="en-US" sz="2000" dirty="0" err="1"/>
              <a:t>playtennis</a:t>
            </a:r>
            <a:r>
              <a:rPr lang="en-US" altLang="en-US" sz="2000" dirty="0"/>
              <a:t> = “yes”)  = 2/9 = 0.222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/>
              <a:t>P(outlook =“sunny” | </a:t>
            </a:r>
            <a:r>
              <a:rPr lang="en-US" altLang="en-US" sz="2000" dirty="0" err="1"/>
              <a:t>playtennis</a:t>
            </a:r>
            <a:r>
              <a:rPr lang="en-US" altLang="en-US" sz="2000" dirty="0"/>
              <a:t> = “no”) = 3/5 = 0.6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/>
              <a:t>P(Temperature = “mild” | </a:t>
            </a:r>
            <a:r>
              <a:rPr lang="en-US" altLang="en-US" sz="2000" dirty="0" err="1"/>
              <a:t>playtennis</a:t>
            </a:r>
            <a:r>
              <a:rPr lang="en-US" altLang="en-US" sz="2000" dirty="0"/>
              <a:t> = “yes”) = 4/9 =0.444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/>
              <a:t>P(Temperature = “mild” | </a:t>
            </a:r>
            <a:r>
              <a:rPr lang="en-US" altLang="en-US" sz="2000" dirty="0" err="1"/>
              <a:t>playtennis</a:t>
            </a:r>
            <a:r>
              <a:rPr lang="en-US" altLang="en-US" sz="2000" dirty="0"/>
              <a:t> = “no”) = 2/5 = 0.4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/>
              <a:t>P(Humidity= “normal” | </a:t>
            </a:r>
            <a:r>
              <a:rPr lang="en-US" altLang="en-US" sz="2000" dirty="0" err="1"/>
              <a:t>playtennis</a:t>
            </a:r>
            <a:r>
              <a:rPr lang="en-US" altLang="en-US" sz="2000" dirty="0"/>
              <a:t> = “yes) = 6/9 = 0.667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/>
              <a:t>P(Humidity= “normal” | </a:t>
            </a:r>
            <a:r>
              <a:rPr lang="en-US" altLang="en-US" sz="2000" dirty="0" err="1"/>
              <a:t>playtennis</a:t>
            </a:r>
            <a:r>
              <a:rPr lang="en-US" altLang="en-US" sz="2000" dirty="0"/>
              <a:t> = “no”) = 1/5 = 0.2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/>
              <a:t>P(Windy=“</a:t>
            </a:r>
            <a:r>
              <a:rPr lang="en-US" altLang="en-US" dirty="0"/>
              <a:t>weak</a:t>
            </a:r>
            <a:r>
              <a:rPr lang="en-US" altLang="en-US" sz="2000" dirty="0"/>
              <a:t>” | </a:t>
            </a:r>
            <a:r>
              <a:rPr lang="en-US" altLang="en-US" sz="2000" dirty="0" err="1"/>
              <a:t>playtennis</a:t>
            </a:r>
            <a:r>
              <a:rPr lang="en-US" altLang="en-US" sz="2000" dirty="0"/>
              <a:t> = “yes”) = 6/9 =0.667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/>
              <a:t>P(Windy=“</a:t>
            </a:r>
            <a:r>
              <a:rPr lang="en-US" altLang="en-US" dirty="0"/>
              <a:t>weak</a:t>
            </a:r>
            <a:r>
              <a:rPr lang="en-US" altLang="en-US" sz="2000" dirty="0"/>
              <a:t> ” | </a:t>
            </a:r>
            <a:r>
              <a:rPr lang="en-US" altLang="en-US" sz="2000" dirty="0" err="1"/>
              <a:t>playtennis</a:t>
            </a:r>
            <a:r>
              <a:rPr lang="en-US" altLang="en-US" sz="2000" dirty="0"/>
              <a:t> = “no”) = 2/5 = 0.4</a:t>
            </a:r>
          </a:p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ACFB60-8FF8-4878-8DED-54C8AD367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INT303 - Data Warehousing and Data Mining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D7EA9-9F72-499D-B156-882CA96E1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14</a:t>
            </a:fld>
            <a:endParaRPr lang="en-US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674FB6-6270-466A-9667-F6FE9150C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C1A63D-B0FF-41AD-A399-0A5900D68280}"/>
              </a:ext>
            </a:extLst>
          </p:cNvPr>
          <p:cNvSpPr/>
          <p:nvPr/>
        </p:nvSpPr>
        <p:spPr>
          <a:xfrm>
            <a:off x="7327106" y="1875631"/>
            <a:ext cx="3000038" cy="31130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sz="2000" dirty="0"/>
              <a:t>Class: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sz="2000" dirty="0"/>
              <a:t>C1:playtennis = ‘yes’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sz="2000" dirty="0"/>
              <a:t>C2:playtennis = ‘no’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endParaRPr lang="en-US" altLang="en-US" sz="2000" dirty="0"/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sz="2000" dirty="0"/>
              <a:t>Data to be classified: 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sz="2000" dirty="0"/>
              <a:t>X = (outlook =sunny, 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sz="2000" dirty="0"/>
              <a:t>Temperature = mild,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sz="2000" dirty="0"/>
              <a:t>Humidity= normal,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sz="2000" dirty="0"/>
              <a:t>Windy=weak)</a:t>
            </a:r>
          </a:p>
        </p:txBody>
      </p:sp>
    </p:spTree>
    <p:extLst>
      <p:ext uri="{BB962C8B-B14F-4D97-AF65-F5344CB8AC3E}">
        <p14:creationId xmlns:p14="http://schemas.microsoft.com/office/powerpoint/2010/main" val="3805473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C0BAF4-4AB2-4290-924C-2B3812942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513" y="1615407"/>
            <a:ext cx="9455993" cy="4451224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altLang="en-US" sz="2000" b="1" dirty="0"/>
          </a:p>
          <a:p>
            <a:pPr>
              <a:lnSpc>
                <a:spcPct val="90000"/>
              </a:lnSpc>
            </a:pPr>
            <a:endParaRPr lang="en-US" altLang="en-US" b="1" dirty="0"/>
          </a:p>
          <a:p>
            <a:pPr>
              <a:lnSpc>
                <a:spcPct val="90000"/>
              </a:lnSpc>
            </a:pPr>
            <a:endParaRPr lang="en-US" altLang="en-US" sz="2200" b="1" dirty="0"/>
          </a:p>
          <a:p>
            <a:pPr>
              <a:lnSpc>
                <a:spcPct val="90000"/>
              </a:lnSpc>
            </a:pPr>
            <a:r>
              <a:rPr lang="en-US" altLang="en-US" sz="2200" b="1" dirty="0"/>
              <a:t>P(</a:t>
            </a:r>
            <a:r>
              <a:rPr lang="en-US" altLang="en-US" sz="2200" b="1" dirty="0" err="1"/>
              <a:t>X|C</a:t>
            </a:r>
            <a:r>
              <a:rPr lang="en-US" altLang="en-US" sz="2200" b="1" baseline="-25000" dirty="0" err="1"/>
              <a:t>i</a:t>
            </a:r>
            <a:r>
              <a:rPr lang="en-US" altLang="en-US" sz="2200" b="1" dirty="0"/>
              <a:t>) :</a:t>
            </a:r>
            <a:r>
              <a:rPr lang="en-US" altLang="en-US" sz="2200" dirty="0"/>
              <a:t> P(</a:t>
            </a:r>
            <a:r>
              <a:rPr lang="en-US" altLang="en-US" sz="2200" dirty="0" err="1"/>
              <a:t>X|playtennis</a:t>
            </a:r>
            <a:r>
              <a:rPr lang="en-US" altLang="en-US" sz="2200" dirty="0"/>
              <a:t> = “yes”) = 0.222 x 0.444 x 0.667 x 0.667 = 0.044</a:t>
            </a:r>
          </a:p>
          <a:p>
            <a:pPr>
              <a:lnSpc>
                <a:spcPct val="90000"/>
              </a:lnSpc>
              <a:buNone/>
            </a:pPr>
            <a:r>
              <a:rPr lang="en-US" altLang="en-US" sz="2200" dirty="0"/>
              <a:t>                       P(</a:t>
            </a:r>
            <a:r>
              <a:rPr lang="en-US" altLang="en-US" sz="2200" dirty="0" err="1"/>
              <a:t>X|playtennis</a:t>
            </a:r>
            <a:r>
              <a:rPr lang="en-US" altLang="en-US" sz="2200" dirty="0"/>
              <a:t> = “no”) = 0.6 x 0.4 x 0.2 x 0.4 = 0.019</a:t>
            </a:r>
          </a:p>
          <a:p>
            <a:endParaRPr lang="en-US" dirty="0"/>
          </a:p>
          <a:p>
            <a:r>
              <a:rPr lang="en-US" dirty="0"/>
              <a:t>To find the class, Ci , that maximizes P(</a:t>
            </a:r>
            <a:r>
              <a:rPr lang="en-US" dirty="0" err="1"/>
              <a:t>X|Ci</a:t>
            </a:r>
            <a:r>
              <a:rPr lang="en-US" dirty="0"/>
              <a:t>)P(Ci), we compute</a:t>
            </a:r>
            <a:endParaRPr lang="en-IN" dirty="0"/>
          </a:p>
          <a:p>
            <a:pPr>
              <a:lnSpc>
                <a:spcPct val="90000"/>
              </a:lnSpc>
            </a:pP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P(</a:t>
            </a:r>
            <a:r>
              <a:rPr lang="en-US" altLang="en-US" sz="2000" dirty="0" err="1"/>
              <a:t>X|playtennis</a:t>
            </a:r>
            <a:r>
              <a:rPr lang="en-US" altLang="en-US" sz="2000" dirty="0"/>
              <a:t> = “yes”) P(</a:t>
            </a:r>
            <a:r>
              <a:rPr lang="en-US" altLang="en-US" sz="2000" dirty="0" err="1"/>
              <a:t>playtennis</a:t>
            </a:r>
            <a:r>
              <a:rPr lang="en-US" altLang="en-US" sz="2000" dirty="0"/>
              <a:t> = “yes”) = 0.044  * 0.643 = </a:t>
            </a:r>
            <a:r>
              <a:rPr lang="en-US" altLang="en-US" sz="2000" b="1" dirty="0"/>
              <a:t>0.028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sz="2000" dirty="0"/>
              <a:t>P(</a:t>
            </a:r>
            <a:r>
              <a:rPr lang="en-US" altLang="en-US" sz="2000" dirty="0" err="1"/>
              <a:t>X|playtennis</a:t>
            </a:r>
            <a:r>
              <a:rPr lang="en-US" altLang="en-US" sz="2000" dirty="0"/>
              <a:t> = “no”) P(</a:t>
            </a:r>
            <a:r>
              <a:rPr lang="en-US" altLang="en-US" sz="2000" dirty="0" err="1"/>
              <a:t>playtennis</a:t>
            </a:r>
            <a:r>
              <a:rPr lang="en-US" altLang="en-US" sz="2000" dirty="0"/>
              <a:t> = “no”) = 0.019 </a:t>
            </a:r>
            <a:r>
              <a:rPr lang="en-US" altLang="en-US" dirty="0"/>
              <a:t>* 0.357 = </a:t>
            </a:r>
            <a:r>
              <a:rPr lang="en-US" altLang="en-US" b="1" dirty="0"/>
              <a:t>0.007</a:t>
            </a:r>
            <a:endParaRPr lang="en-US" altLang="en-US" sz="2000" b="1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ACFB60-8FF8-4878-8DED-54C8AD367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INT303 - Data Warehousing and Data Mining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D7EA9-9F72-499D-B156-882CA96E1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15</a:t>
            </a:fld>
            <a:endParaRPr lang="en-US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674FB6-6270-466A-9667-F6FE9150C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  <a:endParaRPr lang="en-IN" dirty="0"/>
          </a:p>
        </p:txBody>
      </p:sp>
      <p:graphicFrame>
        <p:nvGraphicFramePr>
          <p:cNvPr id="6" name="Object 10">
            <a:extLst>
              <a:ext uri="{FF2B5EF4-FFF2-40B4-BE49-F238E27FC236}">
                <a16:creationId xmlns:a16="http://schemas.microsoft.com/office/drawing/2014/main" id="{1B066ECB-5A00-48B3-AE43-CD001E86D5E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9241342"/>
              </p:ext>
            </p:extLst>
          </p:nvPr>
        </p:nvGraphicFramePr>
        <p:xfrm>
          <a:off x="2332409" y="1494632"/>
          <a:ext cx="617220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4208600" imgH="11696700" progId="Equation.3">
                  <p:embed/>
                </p:oleObj>
              </mc:Choice>
              <mc:Fallback>
                <p:oleObj name="Equation" r:id="rId2" imgW="94208600" imgH="11696700" progId="Equation.3">
                  <p:embed/>
                  <p:pic>
                    <p:nvPicPr>
                      <p:cNvPr id="6" name="Object 10">
                        <a:extLst>
                          <a:ext uri="{FF2B5EF4-FFF2-40B4-BE49-F238E27FC236}">
                            <a16:creationId xmlns:a16="http://schemas.microsoft.com/office/drawing/2014/main" id="{1B066ECB-5A00-48B3-AE43-CD001E86D5E4}"/>
                          </a:ext>
                        </a:extLst>
                      </p:cNvPr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2409" y="1494632"/>
                        <a:ext cx="6172200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BA2FE54-5AB1-41E6-960A-C2E9BE09AB98}"/>
              </a:ext>
            </a:extLst>
          </p:cNvPr>
          <p:cNvSpPr txBox="1"/>
          <p:nvPr/>
        </p:nvSpPr>
        <p:spPr>
          <a:xfrm>
            <a:off x="392906" y="6248936"/>
            <a:ext cx="10134600" cy="4358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sz="2200" dirty="0"/>
              <a:t>X = (outlook =sunny, Temperature = </a:t>
            </a:r>
            <a:r>
              <a:rPr lang="en-US" altLang="en-US" sz="2200" dirty="0" err="1"/>
              <a:t>mild,Humidity</a:t>
            </a:r>
            <a:r>
              <a:rPr lang="en-US" altLang="en-US" sz="2200" dirty="0"/>
              <a:t>= </a:t>
            </a:r>
            <a:r>
              <a:rPr lang="en-US" altLang="en-US" sz="2200" dirty="0" err="1"/>
              <a:t>normal,Windy</a:t>
            </a:r>
            <a:r>
              <a:rPr lang="en-US" altLang="en-US" sz="2200" dirty="0"/>
              <a:t>=weak) = </a:t>
            </a:r>
            <a:r>
              <a:rPr lang="en-US" altLang="en-US" sz="2200" b="1" dirty="0">
                <a:solidFill>
                  <a:srgbClr val="FF33CC"/>
                </a:solidFill>
              </a:rPr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1104594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5FFE30B-21FC-E4FD-D2D4-DDD9509306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23689" y="1422062"/>
            <a:ext cx="7992590" cy="4143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19FD8A-BA68-047E-C03E-25F0CB3F7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INT303 - Data Warehousing and Data Mining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C0FAC-E0BD-C15A-3E42-5BB2706C0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16</a:t>
            </a:fld>
            <a:endParaRPr lang="en-US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B688089-EEDD-7C52-FB33-5782979AB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106" y="296853"/>
            <a:ext cx="7179179" cy="595282"/>
          </a:xfrm>
        </p:spPr>
        <p:txBody>
          <a:bodyPr/>
          <a:lstStyle/>
          <a:p>
            <a:r>
              <a:rPr lang="en-IN" dirty="0"/>
              <a:t>Practice Problem 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F4C38B-B4AE-4C9E-0923-D10740E83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15" y="5767674"/>
            <a:ext cx="9751417" cy="74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540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0385058-4ABE-00BF-B4D6-6BE76BBB56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850106" y="1616075"/>
            <a:ext cx="92202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23FA1F-0C3C-D44C-0982-22564A12A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INT303 - Data Warehousing and Data Mining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6CEEB-1962-84D3-3226-468DBC58A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17</a:t>
            </a:fld>
            <a:endParaRPr lang="en-US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AF1A3C1-F829-2369-EA0D-8F36E91D2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5506" y="190976"/>
            <a:ext cx="7179179" cy="595282"/>
          </a:xfrm>
        </p:spPr>
        <p:txBody>
          <a:bodyPr/>
          <a:lstStyle/>
          <a:p>
            <a:r>
              <a:rPr lang="en-IN" dirty="0"/>
              <a:t>Practice Problem 2</a:t>
            </a:r>
          </a:p>
        </p:txBody>
      </p:sp>
    </p:spTree>
    <p:extLst>
      <p:ext uri="{BB962C8B-B14F-4D97-AF65-F5344CB8AC3E}">
        <p14:creationId xmlns:p14="http://schemas.microsoft.com/office/powerpoint/2010/main" val="4049616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5675C236-852D-ED4D-A0BD-7361C6F7D2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7" t="8147" r="5255" b="8028"/>
          <a:stretch/>
        </p:blipFill>
        <p:spPr bwMode="auto">
          <a:xfrm>
            <a:off x="4583906" y="123031"/>
            <a:ext cx="1840707" cy="801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17F032C-6F6E-8845-AF85-A650CEDF31D0}"/>
              </a:ext>
            </a:extLst>
          </p:cNvPr>
          <p:cNvSpPr txBox="1">
            <a:spLocks/>
          </p:cNvSpPr>
          <p:nvPr/>
        </p:nvSpPr>
        <p:spPr>
          <a:xfrm>
            <a:off x="19340" y="7158696"/>
            <a:ext cx="10584366" cy="40256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04296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482" algn="l" defTabSz="104296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2965" algn="l" defTabSz="104296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447" algn="l" defTabSz="104296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5929" algn="l" defTabSz="104296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412" algn="l" defTabSz="104296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8894" algn="l" defTabSz="104296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376" algn="l" defTabSz="104296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1859" algn="l" defTabSz="104296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              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5EDADE2-D367-D94D-A095-E415392458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106" y="1723231"/>
            <a:ext cx="7610834" cy="3276600"/>
          </a:xfrm>
        </p:spPr>
      </p:pic>
    </p:spTree>
    <p:extLst>
      <p:ext uri="{BB962C8B-B14F-4D97-AF65-F5344CB8AC3E}">
        <p14:creationId xmlns:p14="http://schemas.microsoft.com/office/powerpoint/2010/main" val="2469722093"/>
      </p:ext>
    </p:extLst>
  </p:cSld>
  <p:clrMapOvr>
    <a:masterClrMapping/>
  </p:clrMapOvr>
  <p:transition>
    <p:zoom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idescreenPresentation16x9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04OLAP</Template>
  <TotalTime>26084</TotalTime>
  <Words>1062</Words>
  <Application>Microsoft Office PowerPoint</Application>
  <PresentationFormat>Custom</PresentationFormat>
  <Paragraphs>146</Paragraphs>
  <Slides>18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Calibri</vt:lpstr>
      <vt:lpstr>Cambria</vt:lpstr>
      <vt:lpstr>charter</vt:lpstr>
      <vt:lpstr>sohne</vt:lpstr>
      <vt:lpstr>Tw Cen MT</vt:lpstr>
      <vt:lpstr>Wingdings</vt:lpstr>
      <vt:lpstr>Wingdings 2</vt:lpstr>
      <vt:lpstr>WidescreenPresentation16x9</vt:lpstr>
      <vt:lpstr>Equation</vt:lpstr>
      <vt:lpstr>Classification</vt:lpstr>
      <vt:lpstr>What are Bayesian classifiers?</vt:lpstr>
      <vt:lpstr>Bayes Theorem</vt:lpstr>
      <vt:lpstr>Bayes Theorem</vt:lpstr>
      <vt:lpstr>https://deepai.org/machine-learning-glossary-and-terms/posterior-probability</vt:lpstr>
      <vt:lpstr>Naïve Baye’s Classifier</vt:lpstr>
      <vt:lpstr>Naïve Baye’s Classifier</vt:lpstr>
      <vt:lpstr>Naïve Baye’s Classifier</vt:lpstr>
      <vt:lpstr>Naïve Baye’s Classifier</vt:lpstr>
      <vt:lpstr>Naïve Baye’s Classifier</vt:lpstr>
      <vt:lpstr>Example</vt:lpstr>
      <vt:lpstr>Example </vt:lpstr>
      <vt:lpstr>Example</vt:lpstr>
      <vt:lpstr>Example</vt:lpstr>
      <vt:lpstr>Example</vt:lpstr>
      <vt:lpstr>Practice Problem 1</vt:lpstr>
      <vt:lpstr>Practice Problem 2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Oxidation of Organic Compounds using Nanomaterial Based Technologies</dc:title>
  <dc:creator>Gautham Jegadeesan</dc:creator>
  <cp:lastModifiedBy>Isabella S</cp:lastModifiedBy>
  <cp:revision>970</cp:revision>
  <cp:lastPrinted>2020-10-11T13:21:10Z</cp:lastPrinted>
  <dcterms:created xsi:type="dcterms:W3CDTF">2015-02-25T10:23:39Z</dcterms:created>
  <dcterms:modified xsi:type="dcterms:W3CDTF">2025-08-20T09:01:10Z</dcterms:modified>
</cp:coreProperties>
</file>